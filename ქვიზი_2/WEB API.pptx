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3" r:id="rId7"/>
    <p:sldId id="268" r:id="rId8"/>
    <p:sldId id="269" r:id="rId9"/>
    <p:sldId id="271" r:id="rId10"/>
    <p:sldId id="272" r:id="rId11"/>
    <p:sldId id="316" r:id="rId12"/>
    <p:sldId id="317" r:id="rId13"/>
    <p:sldId id="319" r:id="rId14"/>
    <p:sldId id="320" r:id="rId15"/>
    <p:sldId id="318" r:id="rId1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Livvic" pitchFamily="2" charset="0"/>
      <p:regular r:id="rId22"/>
      <p:bold r:id="rId23"/>
      <p:italic r:id="rId24"/>
      <p:boldItalic r:id="rId25"/>
    </p:embeddedFont>
    <p:embeddedFont>
      <p:font typeface="Oswald" panose="00000500000000000000" pitchFamily="2" charset="0"/>
      <p:regular r:id="rId26"/>
    </p:embeddedFont>
    <p:embeddedFont>
      <p:font typeface="Raleway" pitchFamily="2" charset="0"/>
      <p:regular r:id="rId27"/>
    </p:embeddedFont>
    <p:embeddedFont>
      <p:font typeface="Roboto" panose="02000000000000000000" pitchFamily="2" charset="0"/>
      <p:regular r:id="rId28"/>
    </p:embeddedFont>
    <p:embeddedFont>
      <p:font typeface="Roboto Condensed Light" panose="02000000000000000000" pitchFamily="2" charset="0"/>
      <p:regular r:id="rId29"/>
      <p:italic r:id="rId30"/>
    </p:embeddedFont>
  </p:embeddedFontLst>
  <p:custDataLst>
    <p:tags r:id="rId3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2A3F"/>
    <a:srgbClr val="0011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#1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E40EF7-4FDB-46DC-AD5C-7AA9927BCDC4}" type="doc">
      <dgm:prSet loTypeId="urn:microsoft.com/office/officeart/2005/8/layout/bProcess3#1" loCatId="process" qsTypeId="urn:microsoft.com/office/officeart/2005/8/quickstyle/simple4#1" qsCatId="simple" csTypeId="urn:microsoft.com/office/officeart/2005/8/colors/accent1_5#1" csCatId="accent1" phldr="1"/>
      <dgm:spPr/>
      <dgm:t>
        <a:bodyPr/>
        <a:lstStyle/>
        <a:p>
          <a:endParaRPr lang="en-US"/>
        </a:p>
      </dgm:t>
    </dgm:pt>
    <dgm:pt modelId="{79A907BE-6A57-46F9-949B-2F83975E5013}">
      <dgm:prSet phldrT="[Text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rPr>
            <a:t>Client (Browser/App)</a:t>
          </a:r>
          <a:endParaRPr lang="en-US"/>
        </a:p>
      </dgm:t>
    </dgm:pt>
    <dgm:pt modelId="{27508ADE-09B9-4692-B3B1-997C0A038367}" type="parTrans" cxnId="{E0A082F4-9042-492D-B4CE-E64404558AD0}">
      <dgm:prSet/>
      <dgm:spPr/>
      <dgm:t>
        <a:bodyPr/>
        <a:lstStyle/>
        <a:p>
          <a:endParaRPr lang="en-US"/>
        </a:p>
      </dgm:t>
    </dgm:pt>
    <dgm:pt modelId="{6E764295-1C97-4A8A-BB23-8F6587B65D20}" type="sibTrans" cxnId="{E0A082F4-9042-492D-B4CE-E64404558AD0}">
      <dgm:prSet/>
      <dgm:spPr/>
      <dgm:t>
        <a:bodyPr/>
        <a:lstStyle/>
        <a:p>
          <a:endParaRPr lang="en-US"/>
        </a:p>
      </dgm:t>
    </dgm:pt>
    <dgm:pt modelId="{047E9EF6-99D9-47D4-8421-7851F36A512F}">
      <dgm:prSet phldrT="[Text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rPr>
            <a:t>HTTP Request</a:t>
          </a:r>
          <a:endParaRPr lang="en-US" dirty="0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rPr>
            <a:t>(GET /api/products)</a:t>
          </a:r>
          <a:endParaRPr lang="en-US"/>
        </a:p>
      </dgm:t>
    </dgm:pt>
    <dgm:pt modelId="{2AC7BC3F-1829-4928-9FDD-1BD085861192}" type="parTrans" cxnId="{72901E18-FD77-49B6-9049-952F51162E4B}">
      <dgm:prSet/>
      <dgm:spPr/>
      <dgm:t>
        <a:bodyPr/>
        <a:lstStyle/>
        <a:p>
          <a:endParaRPr lang="en-US"/>
        </a:p>
      </dgm:t>
    </dgm:pt>
    <dgm:pt modelId="{B3A60D08-4CF1-4AD3-A554-8DA1472F6362}" type="sibTrans" cxnId="{72901E18-FD77-49B6-9049-952F51162E4B}">
      <dgm:prSet/>
      <dgm:spPr/>
      <dgm:t>
        <a:bodyPr/>
        <a:lstStyle/>
        <a:p>
          <a:endParaRPr lang="en-US"/>
        </a:p>
      </dgm:t>
    </dgm:pt>
    <dgm:pt modelId="{9B99C3CE-0550-4254-B164-BB9424E18E56}">
      <dgm:prSet phldrT="[Text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rPr>
            <a:t>ASP.NET Core Middleware</a:t>
          </a:r>
          <a:endParaRPr lang="en-US" b="1" dirty="0">
            <a:latin typeface="Calibri" panose="020F0502020204030204" charset="0"/>
            <a:ea typeface="Calibri" panose="020F0502020204030204" pitchFamily="34" charset="-122"/>
            <a:cs typeface="Calibri" panose="020F0502020204030204" pitchFamily="34" charset="-120"/>
          </a:endParaRPr>
        </a:p>
      </dgm:t>
    </dgm:pt>
    <dgm:pt modelId="{CF18C7ED-262E-47EB-A8BC-BC18A4B2756C}" type="parTrans" cxnId="{8B07FB77-2801-4671-B0BC-4ED9308B10D0}">
      <dgm:prSet/>
      <dgm:spPr/>
      <dgm:t>
        <a:bodyPr/>
        <a:lstStyle/>
        <a:p>
          <a:endParaRPr lang="en-US"/>
        </a:p>
      </dgm:t>
    </dgm:pt>
    <dgm:pt modelId="{C20DFEDB-A5DA-48B1-860C-C64E9FB9889D}" type="sibTrans" cxnId="{8B07FB77-2801-4671-B0BC-4ED9308B10D0}">
      <dgm:prSet/>
      <dgm:spPr/>
      <dgm:t>
        <a:bodyPr/>
        <a:lstStyle/>
        <a:p>
          <a:endParaRPr lang="en-US"/>
        </a:p>
      </dgm:t>
    </dgm:pt>
    <dgm:pt modelId="{4DBF9FC0-7F11-49D1-A13A-F9EF16035E78}">
      <dgm:prSet phldrT="[Text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rPr>
            <a:t>Controller Action Method</a:t>
          </a:r>
          <a:endParaRPr lang="en-US"/>
        </a:p>
      </dgm:t>
    </dgm:pt>
    <dgm:pt modelId="{716438C4-1259-4C94-B7A8-3756D5685E48}" type="parTrans" cxnId="{5EF82F58-27AF-49E0-A26E-37F98126A981}">
      <dgm:prSet/>
      <dgm:spPr/>
      <dgm:t>
        <a:bodyPr/>
        <a:lstStyle/>
        <a:p>
          <a:endParaRPr lang="en-US"/>
        </a:p>
      </dgm:t>
    </dgm:pt>
    <dgm:pt modelId="{627790A7-E5AF-4DEF-9847-DE068ABD657B}" type="sibTrans" cxnId="{5EF82F58-27AF-49E0-A26E-37F98126A981}">
      <dgm:prSet/>
      <dgm:spPr/>
      <dgm:t>
        <a:bodyPr/>
        <a:lstStyle/>
        <a:p>
          <a:endParaRPr lang="en-US"/>
        </a:p>
      </dgm:t>
    </dgm:pt>
    <dgm:pt modelId="{3B57DE3A-D0CA-4A4A-A50B-01FBE031AA69}">
      <dgm:prSet phldrT="[Text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rPr>
            <a:t>Action Result (IActionResult)</a:t>
          </a:r>
          <a:endParaRPr lang="en-US"/>
        </a:p>
      </dgm:t>
    </dgm:pt>
    <dgm:pt modelId="{98FA3677-4FAE-4C5E-B3CE-CF3B6D80F4A1}" type="parTrans" cxnId="{38EAD67F-B893-4575-A0A3-1B4C386C856B}">
      <dgm:prSet/>
      <dgm:spPr/>
      <dgm:t>
        <a:bodyPr/>
        <a:lstStyle/>
        <a:p>
          <a:endParaRPr lang="en-US"/>
        </a:p>
      </dgm:t>
    </dgm:pt>
    <dgm:pt modelId="{D4875198-FB6C-46A1-9EC3-6A21426D178B}" type="sibTrans" cxnId="{38EAD67F-B893-4575-A0A3-1B4C386C856B}">
      <dgm:prSet/>
      <dgm:spPr/>
      <dgm:t>
        <a:bodyPr/>
        <a:lstStyle/>
        <a:p>
          <a:endParaRPr lang="en-US"/>
        </a:p>
      </dgm:t>
    </dgm:pt>
    <dgm:pt modelId="{6319438F-6CC0-4964-BA58-74A25C53E317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rPr>
            <a:t>HTTP Response (200 OK + JSON)</a:t>
          </a:r>
          <a:endParaRPr lang="en-US" b="1" dirty="0">
            <a:latin typeface="Calibri" panose="020F0502020204030204" charset="0"/>
            <a:ea typeface="Calibri" panose="020F0502020204030204" pitchFamily="34" charset="-122"/>
            <a:cs typeface="Calibri" panose="020F0502020204030204" pitchFamily="34" charset="-120"/>
          </a:endParaRPr>
        </a:p>
      </dgm:t>
    </dgm:pt>
    <dgm:pt modelId="{FE59A013-D59A-4483-8498-94BCE56597B2}" type="parTrans" cxnId="{311299B0-1421-463E-9A18-BDE17EC08A67}">
      <dgm:prSet/>
      <dgm:spPr/>
    </dgm:pt>
    <dgm:pt modelId="{7883A399-3B7B-4CC2-8777-9EEC244E2EE5}" type="sibTrans" cxnId="{311299B0-1421-463E-9A18-BDE17EC08A67}">
      <dgm:prSet/>
      <dgm:spPr/>
    </dgm:pt>
    <dgm:pt modelId="{1623B4C5-2499-4637-B07C-6AE8AE2BD718}" type="pres">
      <dgm:prSet presAssocID="{4BE40EF7-4FDB-46DC-AD5C-7AA9927BCDC4}" presName="Name0" presStyleCnt="0">
        <dgm:presLayoutVars>
          <dgm:dir/>
          <dgm:resizeHandles val="exact"/>
        </dgm:presLayoutVars>
      </dgm:prSet>
      <dgm:spPr/>
    </dgm:pt>
    <dgm:pt modelId="{2FBE2C1E-1D94-400F-A227-985D4DA10085}" type="pres">
      <dgm:prSet presAssocID="{79A907BE-6A57-46F9-949B-2F83975E5013}" presName="node" presStyleLbl="node1" presStyleIdx="0" presStyleCnt="6">
        <dgm:presLayoutVars>
          <dgm:bulletEnabled val="1"/>
        </dgm:presLayoutVars>
      </dgm:prSet>
      <dgm:spPr/>
    </dgm:pt>
    <dgm:pt modelId="{9F73252C-5345-45F1-A6FA-69E44781CCB0}" type="pres">
      <dgm:prSet presAssocID="{6E764295-1C97-4A8A-BB23-8F6587B65D20}" presName="sibTrans" presStyleLbl="sibTrans1D1" presStyleIdx="0" presStyleCnt="5"/>
      <dgm:spPr/>
    </dgm:pt>
    <dgm:pt modelId="{0A91809B-8299-4CB8-B3C9-28D901126CE1}" type="pres">
      <dgm:prSet presAssocID="{6E764295-1C97-4A8A-BB23-8F6587B65D20}" presName="connectorText" presStyleLbl="sibTrans1D1" presStyleIdx="0" presStyleCnt="5"/>
      <dgm:spPr/>
    </dgm:pt>
    <dgm:pt modelId="{0482690C-586E-41D6-8B40-4CA7581A9CE9}" type="pres">
      <dgm:prSet presAssocID="{047E9EF6-99D9-47D4-8421-7851F36A512F}" presName="node" presStyleLbl="node1" presStyleIdx="1" presStyleCnt="6">
        <dgm:presLayoutVars>
          <dgm:bulletEnabled val="1"/>
        </dgm:presLayoutVars>
      </dgm:prSet>
      <dgm:spPr/>
    </dgm:pt>
    <dgm:pt modelId="{EBB69596-36AB-40F1-91C5-FC3350A00067}" type="pres">
      <dgm:prSet presAssocID="{B3A60D08-4CF1-4AD3-A554-8DA1472F6362}" presName="sibTrans" presStyleLbl="sibTrans1D1" presStyleIdx="1" presStyleCnt="5"/>
      <dgm:spPr/>
    </dgm:pt>
    <dgm:pt modelId="{9F0FF7A9-40E9-4C02-BFFF-6F0641C2389B}" type="pres">
      <dgm:prSet presAssocID="{B3A60D08-4CF1-4AD3-A554-8DA1472F6362}" presName="connectorText" presStyleLbl="sibTrans1D1" presStyleIdx="1" presStyleCnt="5"/>
      <dgm:spPr/>
    </dgm:pt>
    <dgm:pt modelId="{E5145E43-B450-47CE-B1E5-1482BCF4071D}" type="pres">
      <dgm:prSet presAssocID="{9B99C3CE-0550-4254-B164-BB9424E18E56}" presName="node" presStyleLbl="node1" presStyleIdx="2" presStyleCnt="6">
        <dgm:presLayoutVars>
          <dgm:bulletEnabled val="1"/>
        </dgm:presLayoutVars>
      </dgm:prSet>
      <dgm:spPr/>
    </dgm:pt>
    <dgm:pt modelId="{31F3FE5F-74B2-48F8-89DC-AE29DBB498B0}" type="pres">
      <dgm:prSet presAssocID="{C20DFEDB-A5DA-48B1-860C-C64E9FB9889D}" presName="sibTrans" presStyleLbl="sibTrans1D1" presStyleIdx="2" presStyleCnt="5"/>
      <dgm:spPr/>
    </dgm:pt>
    <dgm:pt modelId="{EF27A438-6BA1-43B2-9139-DBAF3CBBEF89}" type="pres">
      <dgm:prSet presAssocID="{C20DFEDB-A5DA-48B1-860C-C64E9FB9889D}" presName="connectorText" presStyleLbl="sibTrans1D1" presStyleIdx="2" presStyleCnt="5"/>
      <dgm:spPr/>
    </dgm:pt>
    <dgm:pt modelId="{13492D71-E670-42C9-A619-1DE9B5F887F1}" type="pres">
      <dgm:prSet presAssocID="{4DBF9FC0-7F11-49D1-A13A-F9EF16035E78}" presName="node" presStyleLbl="node1" presStyleIdx="3" presStyleCnt="6">
        <dgm:presLayoutVars>
          <dgm:bulletEnabled val="1"/>
        </dgm:presLayoutVars>
      </dgm:prSet>
      <dgm:spPr/>
    </dgm:pt>
    <dgm:pt modelId="{E85A6953-055C-454F-835D-7FF8096CA491}" type="pres">
      <dgm:prSet presAssocID="{627790A7-E5AF-4DEF-9847-DE068ABD657B}" presName="sibTrans" presStyleLbl="sibTrans1D1" presStyleIdx="3" presStyleCnt="5"/>
      <dgm:spPr/>
    </dgm:pt>
    <dgm:pt modelId="{EB69ECB2-9BFD-4754-8113-1A1F7EFC836E}" type="pres">
      <dgm:prSet presAssocID="{627790A7-E5AF-4DEF-9847-DE068ABD657B}" presName="connectorText" presStyleLbl="sibTrans1D1" presStyleIdx="3" presStyleCnt="5"/>
      <dgm:spPr/>
    </dgm:pt>
    <dgm:pt modelId="{F80816D7-392E-4741-B9A3-C73586F7EC67}" type="pres">
      <dgm:prSet presAssocID="{3B57DE3A-D0CA-4A4A-A50B-01FBE031AA69}" presName="node" presStyleLbl="node1" presStyleIdx="4" presStyleCnt="6">
        <dgm:presLayoutVars>
          <dgm:bulletEnabled val="1"/>
        </dgm:presLayoutVars>
      </dgm:prSet>
      <dgm:spPr/>
    </dgm:pt>
    <dgm:pt modelId="{63435E4D-7A39-4673-B3FF-6A64253EAD5C}" type="pres">
      <dgm:prSet presAssocID="{D4875198-FB6C-46A1-9EC3-6A21426D178B}" presName="sibTrans" presStyleLbl="sibTrans1D1" presStyleIdx="4" presStyleCnt="5"/>
      <dgm:spPr/>
    </dgm:pt>
    <dgm:pt modelId="{6264C036-11AB-4E52-B830-E5B133FDFA75}" type="pres">
      <dgm:prSet presAssocID="{D4875198-FB6C-46A1-9EC3-6A21426D178B}" presName="connectorText" presStyleLbl="sibTrans1D1" presStyleIdx="4" presStyleCnt="5"/>
      <dgm:spPr/>
    </dgm:pt>
    <dgm:pt modelId="{0745850C-3117-44AE-8067-87F817D50EE2}" type="pres">
      <dgm:prSet presAssocID="{6319438F-6CC0-4964-BA58-74A25C53E317}" presName="node" presStyleLbl="node1" presStyleIdx="5" presStyleCnt="6">
        <dgm:presLayoutVars>
          <dgm:bulletEnabled val="1"/>
        </dgm:presLayoutVars>
      </dgm:prSet>
      <dgm:spPr/>
    </dgm:pt>
  </dgm:ptLst>
  <dgm:cxnLst>
    <dgm:cxn modelId="{82ED1705-C0F4-4C92-BD89-840E45C89F3C}" type="presOf" srcId="{627790A7-E5AF-4DEF-9847-DE068ABD657B}" destId="{EB69ECB2-9BFD-4754-8113-1A1F7EFC836E}" srcOrd="1" destOrd="0" presId="urn:microsoft.com/office/officeart/2005/8/layout/bProcess3#1"/>
    <dgm:cxn modelId="{E32B3C13-6D09-4BA5-A83B-00CB1942751D}" type="presOf" srcId="{6E764295-1C97-4A8A-BB23-8F6587B65D20}" destId="{0A91809B-8299-4CB8-B3C9-28D901126CE1}" srcOrd="1" destOrd="0" presId="urn:microsoft.com/office/officeart/2005/8/layout/bProcess3#1"/>
    <dgm:cxn modelId="{72901E18-FD77-49B6-9049-952F51162E4B}" srcId="{4BE40EF7-4FDB-46DC-AD5C-7AA9927BCDC4}" destId="{047E9EF6-99D9-47D4-8421-7851F36A512F}" srcOrd="1" destOrd="0" parTransId="{2AC7BC3F-1829-4928-9FDD-1BD085861192}" sibTransId="{B3A60D08-4CF1-4AD3-A554-8DA1472F6362}"/>
    <dgm:cxn modelId="{2BF8A55B-5E33-4432-B745-554C8F32514E}" type="presOf" srcId="{6E764295-1C97-4A8A-BB23-8F6587B65D20}" destId="{9F73252C-5345-45F1-A6FA-69E44781CCB0}" srcOrd="0" destOrd="0" presId="urn:microsoft.com/office/officeart/2005/8/layout/bProcess3#1"/>
    <dgm:cxn modelId="{4D3B104F-F9D5-4C94-B2A9-7F99A534EA07}" type="presOf" srcId="{9B99C3CE-0550-4254-B164-BB9424E18E56}" destId="{E5145E43-B450-47CE-B1E5-1482BCF4071D}" srcOrd="0" destOrd="0" presId="urn:microsoft.com/office/officeart/2005/8/layout/bProcess3#1"/>
    <dgm:cxn modelId="{993BA84F-B988-491D-B16D-205624BCA573}" type="presOf" srcId="{C20DFEDB-A5DA-48B1-860C-C64E9FB9889D}" destId="{EF27A438-6BA1-43B2-9139-DBAF3CBBEF89}" srcOrd="1" destOrd="0" presId="urn:microsoft.com/office/officeart/2005/8/layout/bProcess3#1"/>
    <dgm:cxn modelId="{22D92873-6B3A-46A3-A5FF-CAA56BFEFE80}" type="presOf" srcId="{C20DFEDB-A5DA-48B1-860C-C64E9FB9889D}" destId="{31F3FE5F-74B2-48F8-89DC-AE29DBB498B0}" srcOrd="0" destOrd="0" presId="urn:microsoft.com/office/officeart/2005/8/layout/bProcess3#1"/>
    <dgm:cxn modelId="{BDAB5773-0CE5-4BAD-8961-35DC1EF14D1A}" type="presOf" srcId="{D4875198-FB6C-46A1-9EC3-6A21426D178B}" destId="{6264C036-11AB-4E52-B830-E5B133FDFA75}" srcOrd="1" destOrd="0" presId="urn:microsoft.com/office/officeart/2005/8/layout/bProcess3#1"/>
    <dgm:cxn modelId="{8B07FB77-2801-4671-B0BC-4ED9308B10D0}" srcId="{4BE40EF7-4FDB-46DC-AD5C-7AA9927BCDC4}" destId="{9B99C3CE-0550-4254-B164-BB9424E18E56}" srcOrd="2" destOrd="0" parTransId="{CF18C7ED-262E-47EB-A8BC-BC18A4B2756C}" sibTransId="{C20DFEDB-A5DA-48B1-860C-C64E9FB9889D}"/>
    <dgm:cxn modelId="{5EF82F58-27AF-49E0-A26E-37F98126A981}" srcId="{4BE40EF7-4FDB-46DC-AD5C-7AA9927BCDC4}" destId="{4DBF9FC0-7F11-49D1-A13A-F9EF16035E78}" srcOrd="3" destOrd="0" parTransId="{716438C4-1259-4C94-B7A8-3756D5685E48}" sibTransId="{627790A7-E5AF-4DEF-9847-DE068ABD657B}"/>
    <dgm:cxn modelId="{38EAD67F-B893-4575-A0A3-1B4C386C856B}" srcId="{4BE40EF7-4FDB-46DC-AD5C-7AA9927BCDC4}" destId="{3B57DE3A-D0CA-4A4A-A50B-01FBE031AA69}" srcOrd="4" destOrd="0" parTransId="{98FA3677-4FAE-4C5E-B3CE-CF3B6D80F4A1}" sibTransId="{D4875198-FB6C-46A1-9EC3-6A21426D178B}"/>
    <dgm:cxn modelId="{DB3DD28B-7B6E-4630-89C8-8136CD668515}" type="presOf" srcId="{4BE40EF7-4FDB-46DC-AD5C-7AA9927BCDC4}" destId="{1623B4C5-2499-4637-B07C-6AE8AE2BD718}" srcOrd="0" destOrd="0" presId="urn:microsoft.com/office/officeart/2005/8/layout/bProcess3#1"/>
    <dgm:cxn modelId="{717B9E8E-5461-4ECC-AADE-32F60B9E5DB3}" type="presOf" srcId="{79A907BE-6A57-46F9-949B-2F83975E5013}" destId="{2FBE2C1E-1D94-400F-A227-985D4DA10085}" srcOrd="0" destOrd="0" presId="urn:microsoft.com/office/officeart/2005/8/layout/bProcess3#1"/>
    <dgm:cxn modelId="{5C13A1A3-1458-4FA0-80EB-910D3C8CBA6B}" type="presOf" srcId="{D4875198-FB6C-46A1-9EC3-6A21426D178B}" destId="{63435E4D-7A39-4673-B3FF-6A64253EAD5C}" srcOrd="0" destOrd="0" presId="urn:microsoft.com/office/officeart/2005/8/layout/bProcess3#1"/>
    <dgm:cxn modelId="{873F0DA4-34EC-482F-89E8-0738A0AB994C}" type="presOf" srcId="{6319438F-6CC0-4964-BA58-74A25C53E317}" destId="{0745850C-3117-44AE-8067-87F817D50EE2}" srcOrd="0" destOrd="0" presId="urn:microsoft.com/office/officeart/2005/8/layout/bProcess3#1"/>
    <dgm:cxn modelId="{F83DB7A4-44FB-44EF-93C7-59BF9FFD8CF6}" type="presOf" srcId="{047E9EF6-99D9-47D4-8421-7851F36A512F}" destId="{0482690C-586E-41D6-8B40-4CA7581A9CE9}" srcOrd="0" destOrd="0" presId="urn:microsoft.com/office/officeart/2005/8/layout/bProcess3#1"/>
    <dgm:cxn modelId="{971EBCA5-8903-479C-A610-D16340629C7D}" type="presOf" srcId="{627790A7-E5AF-4DEF-9847-DE068ABD657B}" destId="{E85A6953-055C-454F-835D-7FF8096CA491}" srcOrd="0" destOrd="0" presId="urn:microsoft.com/office/officeart/2005/8/layout/bProcess3#1"/>
    <dgm:cxn modelId="{F84EF7AB-FFF1-4378-98FA-A94FE6820E0F}" type="presOf" srcId="{B3A60D08-4CF1-4AD3-A554-8DA1472F6362}" destId="{EBB69596-36AB-40F1-91C5-FC3350A00067}" srcOrd="0" destOrd="0" presId="urn:microsoft.com/office/officeart/2005/8/layout/bProcess3#1"/>
    <dgm:cxn modelId="{311299B0-1421-463E-9A18-BDE17EC08A67}" srcId="{4BE40EF7-4FDB-46DC-AD5C-7AA9927BCDC4}" destId="{6319438F-6CC0-4964-BA58-74A25C53E317}" srcOrd="5" destOrd="0" parTransId="{FE59A013-D59A-4483-8498-94BCE56597B2}" sibTransId="{7883A399-3B7B-4CC2-8777-9EEC244E2EE5}"/>
    <dgm:cxn modelId="{B7E03FE0-66A4-432A-BBE7-7C9BBB24B8DF}" type="presOf" srcId="{B3A60D08-4CF1-4AD3-A554-8DA1472F6362}" destId="{9F0FF7A9-40E9-4C02-BFFF-6F0641C2389B}" srcOrd="1" destOrd="0" presId="urn:microsoft.com/office/officeart/2005/8/layout/bProcess3#1"/>
    <dgm:cxn modelId="{E0A082F4-9042-492D-B4CE-E64404558AD0}" srcId="{4BE40EF7-4FDB-46DC-AD5C-7AA9927BCDC4}" destId="{79A907BE-6A57-46F9-949B-2F83975E5013}" srcOrd="0" destOrd="0" parTransId="{27508ADE-09B9-4692-B3B1-997C0A038367}" sibTransId="{6E764295-1C97-4A8A-BB23-8F6587B65D20}"/>
    <dgm:cxn modelId="{1AE760F5-BC26-49F8-9D59-FC94D62D2C6E}" type="presOf" srcId="{4DBF9FC0-7F11-49D1-A13A-F9EF16035E78}" destId="{13492D71-E670-42C9-A619-1DE9B5F887F1}" srcOrd="0" destOrd="0" presId="urn:microsoft.com/office/officeart/2005/8/layout/bProcess3#1"/>
    <dgm:cxn modelId="{4506EFF7-FF19-4A84-9C7B-5C927B137880}" type="presOf" srcId="{3B57DE3A-D0CA-4A4A-A50B-01FBE031AA69}" destId="{F80816D7-392E-4741-B9A3-C73586F7EC67}" srcOrd="0" destOrd="0" presId="urn:microsoft.com/office/officeart/2005/8/layout/bProcess3#1"/>
    <dgm:cxn modelId="{2F85E905-7124-422D-A7B5-FE45A099FF58}" type="presParOf" srcId="{1623B4C5-2499-4637-B07C-6AE8AE2BD718}" destId="{2FBE2C1E-1D94-400F-A227-985D4DA10085}" srcOrd="0" destOrd="0" presId="urn:microsoft.com/office/officeart/2005/8/layout/bProcess3#1"/>
    <dgm:cxn modelId="{3E51B843-538E-459A-A45F-550CA1574C2F}" type="presParOf" srcId="{1623B4C5-2499-4637-B07C-6AE8AE2BD718}" destId="{9F73252C-5345-45F1-A6FA-69E44781CCB0}" srcOrd="1" destOrd="0" presId="urn:microsoft.com/office/officeart/2005/8/layout/bProcess3#1"/>
    <dgm:cxn modelId="{933B3B18-5D0C-44B0-AC92-4F4ACAE6A5C6}" type="presParOf" srcId="{9F73252C-5345-45F1-A6FA-69E44781CCB0}" destId="{0A91809B-8299-4CB8-B3C9-28D901126CE1}" srcOrd="0" destOrd="0" presId="urn:microsoft.com/office/officeart/2005/8/layout/bProcess3#1"/>
    <dgm:cxn modelId="{587D9BDD-2393-4560-9FFC-8E174CA3C026}" type="presParOf" srcId="{1623B4C5-2499-4637-B07C-6AE8AE2BD718}" destId="{0482690C-586E-41D6-8B40-4CA7581A9CE9}" srcOrd="2" destOrd="0" presId="urn:microsoft.com/office/officeart/2005/8/layout/bProcess3#1"/>
    <dgm:cxn modelId="{6DC84EE5-71C3-4B7D-9A3D-37B2653B7E16}" type="presParOf" srcId="{1623B4C5-2499-4637-B07C-6AE8AE2BD718}" destId="{EBB69596-36AB-40F1-91C5-FC3350A00067}" srcOrd="3" destOrd="0" presId="urn:microsoft.com/office/officeart/2005/8/layout/bProcess3#1"/>
    <dgm:cxn modelId="{387858CC-D94A-41E8-A6C4-25BC87EC130F}" type="presParOf" srcId="{EBB69596-36AB-40F1-91C5-FC3350A00067}" destId="{9F0FF7A9-40E9-4C02-BFFF-6F0641C2389B}" srcOrd="0" destOrd="0" presId="urn:microsoft.com/office/officeart/2005/8/layout/bProcess3#1"/>
    <dgm:cxn modelId="{35326042-6E71-4E91-AB91-B65E1054CC6E}" type="presParOf" srcId="{1623B4C5-2499-4637-B07C-6AE8AE2BD718}" destId="{E5145E43-B450-47CE-B1E5-1482BCF4071D}" srcOrd="4" destOrd="0" presId="urn:microsoft.com/office/officeart/2005/8/layout/bProcess3#1"/>
    <dgm:cxn modelId="{D1EAB609-3A1E-46DE-9635-95079DFE6E73}" type="presParOf" srcId="{1623B4C5-2499-4637-B07C-6AE8AE2BD718}" destId="{31F3FE5F-74B2-48F8-89DC-AE29DBB498B0}" srcOrd="5" destOrd="0" presId="urn:microsoft.com/office/officeart/2005/8/layout/bProcess3#1"/>
    <dgm:cxn modelId="{4406766C-F3EC-47B9-80FB-C2EEB73B4C26}" type="presParOf" srcId="{31F3FE5F-74B2-48F8-89DC-AE29DBB498B0}" destId="{EF27A438-6BA1-43B2-9139-DBAF3CBBEF89}" srcOrd="0" destOrd="0" presId="urn:microsoft.com/office/officeart/2005/8/layout/bProcess3#1"/>
    <dgm:cxn modelId="{2FCF0EFC-C1F4-409B-A882-94A11CAFD92F}" type="presParOf" srcId="{1623B4C5-2499-4637-B07C-6AE8AE2BD718}" destId="{13492D71-E670-42C9-A619-1DE9B5F887F1}" srcOrd="6" destOrd="0" presId="urn:microsoft.com/office/officeart/2005/8/layout/bProcess3#1"/>
    <dgm:cxn modelId="{4B4AF8A0-696A-4CC7-8443-F48F1692445C}" type="presParOf" srcId="{1623B4C5-2499-4637-B07C-6AE8AE2BD718}" destId="{E85A6953-055C-454F-835D-7FF8096CA491}" srcOrd="7" destOrd="0" presId="urn:microsoft.com/office/officeart/2005/8/layout/bProcess3#1"/>
    <dgm:cxn modelId="{CA617A4A-42D4-4186-9120-80DB8EF5D5AC}" type="presParOf" srcId="{E85A6953-055C-454F-835D-7FF8096CA491}" destId="{EB69ECB2-9BFD-4754-8113-1A1F7EFC836E}" srcOrd="0" destOrd="0" presId="urn:microsoft.com/office/officeart/2005/8/layout/bProcess3#1"/>
    <dgm:cxn modelId="{A04AFF41-8D4F-4703-8E48-CEAB06DF5C59}" type="presParOf" srcId="{1623B4C5-2499-4637-B07C-6AE8AE2BD718}" destId="{F80816D7-392E-4741-B9A3-C73586F7EC67}" srcOrd="8" destOrd="0" presId="urn:microsoft.com/office/officeart/2005/8/layout/bProcess3#1"/>
    <dgm:cxn modelId="{5830320C-14C3-4A37-89AB-E0D33E227C56}" type="presParOf" srcId="{1623B4C5-2499-4637-B07C-6AE8AE2BD718}" destId="{63435E4D-7A39-4673-B3FF-6A64253EAD5C}" srcOrd="9" destOrd="0" presId="urn:microsoft.com/office/officeart/2005/8/layout/bProcess3#1"/>
    <dgm:cxn modelId="{895CFD3E-4FED-4288-9DFE-921DF31DA569}" type="presParOf" srcId="{63435E4D-7A39-4673-B3FF-6A64253EAD5C}" destId="{6264C036-11AB-4E52-B830-E5B133FDFA75}" srcOrd="0" destOrd="0" presId="urn:microsoft.com/office/officeart/2005/8/layout/bProcess3#1"/>
    <dgm:cxn modelId="{75822BD6-30ED-4AA3-81F0-C4792A58BCC4}" type="presParOf" srcId="{1623B4C5-2499-4637-B07C-6AE8AE2BD718}" destId="{0745850C-3117-44AE-8067-87F817D50EE2}" srcOrd="10" destOrd="0" presId="urn:microsoft.com/office/officeart/2005/8/layout/bProcess3#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3252C-5345-45F1-A6FA-69E44781CCB0}">
      <dsp:nvSpPr>
        <dsp:cNvPr id="0" name=""/>
        <dsp:cNvSpPr/>
      </dsp:nvSpPr>
      <dsp:spPr bwMode="white">
        <a:xfrm>
          <a:off x="1397526" y="245692"/>
          <a:ext cx="1927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2712" y="45720"/>
              </a:lnTo>
            </a:path>
          </a:pathLst>
        </a:custGeom>
        <a:noFill/>
        <a:ln w="9525" cap="flat" cmpd="sng" algn="ctr">
          <a:solidFill>
            <a:schemeClr val="accent1">
              <a:shade val="90000"/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88299" y="290296"/>
        <a:ext cx="11165" cy="2233"/>
      </dsp:txXfrm>
    </dsp:sp>
    <dsp:sp modelId="{2FBE2C1E-1D94-400F-A227-985D4DA10085}">
      <dsp:nvSpPr>
        <dsp:cNvPr id="0" name=""/>
        <dsp:cNvSpPr/>
      </dsp:nvSpPr>
      <dsp:spPr bwMode="white">
        <a:xfrm>
          <a:off x="428401" y="135"/>
          <a:ext cx="970924" cy="582554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rPr>
            <a:t>Client (Browser/App)</a:t>
          </a:r>
          <a:endParaRPr lang="en-US" sz="800" kern="1200"/>
        </a:p>
      </dsp:txBody>
      <dsp:txXfrm>
        <a:off x="428401" y="135"/>
        <a:ext cx="970924" cy="582554"/>
      </dsp:txXfrm>
    </dsp:sp>
    <dsp:sp modelId="{EBB69596-36AB-40F1-91C5-FC3350A00067}">
      <dsp:nvSpPr>
        <dsp:cNvPr id="0" name=""/>
        <dsp:cNvSpPr/>
      </dsp:nvSpPr>
      <dsp:spPr bwMode="white">
        <a:xfrm>
          <a:off x="913864" y="580890"/>
          <a:ext cx="1194236" cy="192712"/>
        </a:xfrm>
        <a:custGeom>
          <a:avLst/>
          <a:gdLst/>
          <a:ahLst/>
          <a:cxnLst/>
          <a:rect l="0" t="0" r="0" b="0"/>
          <a:pathLst>
            <a:path>
              <a:moveTo>
                <a:pt x="1194236" y="0"/>
              </a:moveTo>
              <a:lnTo>
                <a:pt x="1194236" y="113456"/>
              </a:lnTo>
              <a:lnTo>
                <a:pt x="0" y="113456"/>
              </a:lnTo>
              <a:lnTo>
                <a:pt x="0" y="192712"/>
              </a:lnTo>
            </a:path>
          </a:pathLst>
        </a:custGeom>
        <a:noFill/>
        <a:ln w="9525" cap="flat" cmpd="sng" algn="ctr">
          <a:solidFill>
            <a:schemeClr val="accent1">
              <a:shade val="90000"/>
              <a:hueOff val="-29212"/>
              <a:satOff val="4060"/>
              <a:lumOff val="334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80609" y="676129"/>
        <a:ext cx="60746" cy="2233"/>
      </dsp:txXfrm>
    </dsp:sp>
    <dsp:sp modelId="{0482690C-586E-41D6-8B40-4CA7581A9CE9}">
      <dsp:nvSpPr>
        <dsp:cNvPr id="0" name=""/>
        <dsp:cNvSpPr/>
      </dsp:nvSpPr>
      <dsp:spPr bwMode="white">
        <a:xfrm>
          <a:off x="1622638" y="135"/>
          <a:ext cx="970924" cy="582554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8000"/>
                <a:tint val="100000"/>
                <a:shade val="10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800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rPr>
            <a:t>HTTP Request</a:t>
          </a:r>
          <a:endParaRPr lang="en-US" sz="800" kern="1200" dirty="0"/>
        </a:p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rPr>
            <a:t>(GET /api/products)</a:t>
          </a:r>
          <a:endParaRPr lang="en-US" sz="800" kern="1200"/>
        </a:p>
      </dsp:txBody>
      <dsp:txXfrm>
        <a:off x="1622638" y="135"/>
        <a:ext cx="970924" cy="582554"/>
      </dsp:txXfrm>
    </dsp:sp>
    <dsp:sp modelId="{31F3FE5F-74B2-48F8-89DC-AE29DBB498B0}">
      <dsp:nvSpPr>
        <dsp:cNvPr id="0" name=""/>
        <dsp:cNvSpPr/>
      </dsp:nvSpPr>
      <dsp:spPr bwMode="white">
        <a:xfrm>
          <a:off x="1397526" y="1051560"/>
          <a:ext cx="1927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2712" y="45720"/>
              </a:lnTo>
            </a:path>
          </a:pathLst>
        </a:custGeom>
        <a:noFill/>
        <a:ln w="9525" cap="flat" cmpd="sng" algn="ctr">
          <a:solidFill>
            <a:schemeClr val="accent1">
              <a:shade val="90000"/>
              <a:hueOff val="-58423"/>
              <a:satOff val="8119"/>
              <a:lumOff val="669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88299" y="1096163"/>
        <a:ext cx="11165" cy="2233"/>
      </dsp:txXfrm>
    </dsp:sp>
    <dsp:sp modelId="{E5145E43-B450-47CE-B1E5-1482BCF4071D}">
      <dsp:nvSpPr>
        <dsp:cNvPr id="0" name=""/>
        <dsp:cNvSpPr/>
      </dsp:nvSpPr>
      <dsp:spPr bwMode="white">
        <a:xfrm>
          <a:off x="428401" y="806002"/>
          <a:ext cx="970924" cy="582554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6000"/>
                <a:tint val="100000"/>
                <a:shade val="10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600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rPr>
            <a:t>ASP.NET Core Middleware</a:t>
          </a:r>
          <a:endParaRPr lang="en-US" sz="800" b="1" kern="1200" dirty="0">
            <a:latin typeface="Calibri" panose="020F0502020204030204" charset="0"/>
            <a:ea typeface="Calibri" panose="020F0502020204030204" pitchFamily="34" charset="-122"/>
            <a:cs typeface="Calibri" panose="020F0502020204030204" pitchFamily="34" charset="-120"/>
          </a:endParaRPr>
        </a:p>
      </dsp:txBody>
      <dsp:txXfrm>
        <a:off x="428401" y="806002"/>
        <a:ext cx="970924" cy="582554"/>
      </dsp:txXfrm>
    </dsp:sp>
    <dsp:sp modelId="{E85A6953-055C-454F-835D-7FF8096CA491}">
      <dsp:nvSpPr>
        <dsp:cNvPr id="0" name=""/>
        <dsp:cNvSpPr/>
      </dsp:nvSpPr>
      <dsp:spPr bwMode="white">
        <a:xfrm>
          <a:off x="913864" y="1386757"/>
          <a:ext cx="1194236" cy="192712"/>
        </a:xfrm>
        <a:custGeom>
          <a:avLst/>
          <a:gdLst/>
          <a:ahLst/>
          <a:cxnLst/>
          <a:rect l="0" t="0" r="0" b="0"/>
          <a:pathLst>
            <a:path>
              <a:moveTo>
                <a:pt x="1194236" y="0"/>
              </a:moveTo>
              <a:lnTo>
                <a:pt x="1194236" y="113456"/>
              </a:lnTo>
              <a:lnTo>
                <a:pt x="0" y="113456"/>
              </a:lnTo>
              <a:lnTo>
                <a:pt x="0" y="192712"/>
              </a:lnTo>
            </a:path>
          </a:pathLst>
        </a:custGeom>
        <a:noFill/>
        <a:ln w="9525" cap="flat" cmpd="sng" algn="ctr">
          <a:solidFill>
            <a:schemeClr val="accent1">
              <a:shade val="90000"/>
              <a:hueOff val="-87635"/>
              <a:satOff val="12179"/>
              <a:lumOff val="1004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80609" y="1481997"/>
        <a:ext cx="60746" cy="2233"/>
      </dsp:txXfrm>
    </dsp:sp>
    <dsp:sp modelId="{13492D71-E670-42C9-A619-1DE9B5F887F1}">
      <dsp:nvSpPr>
        <dsp:cNvPr id="0" name=""/>
        <dsp:cNvSpPr/>
      </dsp:nvSpPr>
      <dsp:spPr bwMode="white">
        <a:xfrm>
          <a:off x="1622638" y="806002"/>
          <a:ext cx="970924" cy="582554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4000"/>
                <a:tint val="100000"/>
                <a:shade val="10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400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rPr>
            <a:t>Controller Action Method</a:t>
          </a:r>
          <a:endParaRPr lang="en-US" sz="800" kern="1200"/>
        </a:p>
      </dsp:txBody>
      <dsp:txXfrm>
        <a:off x="1622638" y="806002"/>
        <a:ext cx="970924" cy="582554"/>
      </dsp:txXfrm>
    </dsp:sp>
    <dsp:sp modelId="{63435E4D-7A39-4673-B3FF-6A64253EAD5C}">
      <dsp:nvSpPr>
        <dsp:cNvPr id="0" name=""/>
        <dsp:cNvSpPr/>
      </dsp:nvSpPr>
      <dsp:spPr bwMode="white">
        <a:xfrm>
          <a:off x="1397526" y="1857427"/>
          <a:ext cx="1927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2712" y="45720"/>
              </a:lnTo>
            </a:path>
          </a:pathLst>
        </a:custGeom>
        <a:noFill/>
        <a:ln w="9525" cap="flat" cmpd="sng" algn="ctr">
          <a:solidFill>
            <a:schemeClr val="accent1">
              <a:shade val="90000"/>
              <a:hueOff val="-116847"/>
              <a:satOff val="16239"/>
              <a:lumOff val="1339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88299" y="1902030"/>
        <a:ext cx="11165" cy="2233"/>
      </dsp:txXfrm>
    </dsp:sp>
    <dsp:sp modelId="{F80816D7-392E-4741-B9A3-C73586F7EC67}">
      <dsp:nvSpPr>
        <dsp:cNvPr id="0" name=""/>
        <dsp:cNvSpPr/>
      </dsp:nvSpPr>
      <dsp:spPr bwMode="white">
        <a:xfrm>
          <a:off x="428401" y="1611869"/>
          <a:ext cx="970924" cy="582554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2000"/>
                <a:tint val="100000"/>
                <a:shade val="10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200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rPr>
            <a:t>Action Result (IActionResult)</a:t>
          </a:r>
          <a:endParaRPr lang="en-US" sz="800" kern="1200"/>
        </a:p>
      </dsp:txBody>
      <dsp:txXfrm>
        <a:off x="428401" y="1611869"/>
        <a:ext cx="970924" cy="582554"/>
      </dsp:txXfrm>
    </dsp:sp>
    <dsp:sp modelId="{0745850C-3117-44AE-8067-87F817D50EE2}">
      <dsp:nvSpPr>
        <dsp:cNvPr id="0" name=""/>
        <dsp:cNvSpPr/>
      </dsp:nvSpPr>
      <dsp:spPr bwMode="white">
        <a:xfrm>
          <a:off x="1622638" y="1611869"/>
          <a:ext cx="970924" cy="582554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tint val="100000"/>
                <a:shade val="10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rPr>
            <a:t>HTTP Response (200 OK + JSON)</a:t>
          </a:r>
          <a:endParaRPr lang="en-US" sz="800" b="1" kern="1200" dirty="0">
            <a:latin typeface="Calibri" panose="020F0502020204030204" charset="0"/>
            <a:ea typeface="Calibri" panose="020F0502020204030204" pitchFamily="34" charset="-122"/>
            <a:cs typeface="Calibri" panose="020F0502020204030204" pitchFamily="34" charset="-120"/>
          </a:endParaRPr>
        </a:p>
      </dsp:txBody>
      <dsp:txXfrm>
        <a:off x="1622638" y="1611869"/>
        <a:ext cx="970924" cy="5825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#1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bkpt" val="endCnv"/>
          <dgm:param type="contDir" val="sameDir"/>
          <dgm:param type="grDir" val="tL"/>
          <dgm:param type="flowDir" val="row"/>
        </dgm:alg>
      </dgm:if>
      <dgm:else name="Name3">
        <dgm:alg type="snake">
          <dgm:param type="bkpt" val="endCnv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dim" val="1D"/>
                <dgm:param type="connRout" val="bend"/>
                <dgm:param type="begPts" val="midR bCtr"/>
                <dgm:param type="endPts" val="midL tCtr"/>
              </dgm:alg>
            </dgm:if>
            <dgm:else name="Name6">
              <dgm:alg type="conn">
                <dgm:param type="dim" val="1D"/>
                <dgm:param type="connRout" val="ben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8b8ed53e21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8b8ed53e21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8c1997cbf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8c1997cbf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8b8ed53e21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8b8ed53e21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93be0b7465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93be0b7465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8c1997cbfd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8c1997cbfd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8c2221473c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8c2221473c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8c2221473c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8c2221473c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ad0aeb9a5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ad0aeb9a5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ad0aeb9a5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ad0aeb9a5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016381"/>
            <a:ext cx="4079700" cy="24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387619"/>
            <a:ext cx="2350500" cy="7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 panose="020000000000000000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72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04850"/>
            <a:ext cx="78906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ivvic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17" name="Google Shape;17;p4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18" name="Google Shape;18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4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24" name="Google Shape;24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5162060" y="2286734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5162065" y="2821334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1836640" y="2821334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 idx="3"/>
          </p:nvPr>
        </p:nvSpPr>
        <p:spPr>
          <a:xfrm>
            <a:off x="1836635" y="2286734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36" name="Google Shape;36;p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5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42" name="Google Shape;42;p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6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50" name="Google Shape;50;p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6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56" name="Google Shape;56;p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4939700" y="1288261"/>
            <a:ext cx="19053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4939700" y="2182538"/>
            <a:ext cx="1905300" cy="18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2235000" y="1340850"/>
            <a:ext cx="4674000" cy="24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66" name="Google Shape;66;p8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67" name="Google Shape;67;p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" name="Google Shape;72;p8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73" name="Google Shape;73;p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>
            <a:spLocks noGrp="1"/>
          </p:cNvSpPr>
          <p:nvPr>
            <p:ph type="title"/>
          </p:nvPr>
        </p:nvSpPr>
        <p:spPr>
          <a:xfrm>
            <a:off x="1052800" y="1689450"/>
            <a:ext cx="2617200" cy="10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ubTitle" idx="1"/>
          </p:nvPr>
        </p:nvSpPr>
        <p:spPr>
          <a:xfrm>
            <a:off x="1638300" y="2658650"/>
            <a:ext cx="2031600" cy="6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body" idx="2"/>
          </p:nvPr>
        </p:nvSpPr>
        <p:spPr>
          <a:xfrm>
            <a:off x="4001475" y="1440000"/>
            <a:ext cx="4422600" cy="22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82" name="Google Shape;82;p9"/>
          <p:cNvGrpSpPr/>
          <p:nvPr/>
        </p:nvGrpSpPr>
        <p:grpSpPr>
          <a:xfrm>
            <a:off x="720000" y="1013625"/>
            <a:ext cx="95400" cy="3116250"/>
            <a:chOff x="4524300" y="1013625"/>
            <a:chExt cx="95400" cy="3116250"/>
          </a:xfrm>
        </p:grpSpPr>
        <p:sp>
          <p:nvSpPr>
            <p:cNvPr id="83" name="Google Shape;83;p9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9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>
            <a:spLocks noGrp="1"/>
          </p:cNvSpPr>
          <p:nvPr>
            <p:ph type="title"/>
          </p:nvPr>
        </p:nvSpPr>
        <p:spPr>
          <a:xfrm>
            <a:off x="1552575" y="531500"/>
            <a:ext cx="4714800" cy="1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 hasCustomPrompt="1"/>
          </p:nvPr>
        </p:nvSpPr>
        <p:spPr>
          <a:xfrm>
            <a:off x="1903250" y="1834838"/>
            <a:ext cx="53376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2524200" y="2955575"/>
            <a:ext cx="4095600" cy="3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00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94" name="Google Shape;94;p11"/>
          <p:cNvGrpSpPr/>
          <p:nvPr/>
        </p:nvGrpSpPr>
        <p:grpSpPr>
          <a:xfrm flipH="1">
            <a:off x="6720423" y="3784091"/>
            <a:ext cx="2423582" cy="1357541"/>
            <a:chOff x="-77" y="3784091"/>
            <a:chExt cx="2423582" cy="1357541"/>
          </a:xfrm>
        </p:grpSpPr>
        <p:sp>
          <p:nvSpPr>
            <p:cNvPr id="95" name="Google Shape;95;p1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" name="Google Shape;100;p11"/>
          <p:cNvGrpSpPr/>
          <p:nvPr/>
        </p:nvGrpSpPr>
        <p:grpSpPr>
          <a:xfrm rot="10800000" flipH="1">
            <a:off x="-77" y="-9"/>
            <a:ext cx="2423582" cy="1357541"/>
            <a:chOff x="-77" y="3784091"/>
            <a:chExt cx="2423582" cy="1357541"/>
          </a:xfrm>
        </p:grpSpPr>
        <p:sp>
          <p:nvSpPr>
            <p:cNvPr id="101" name="Google Shape;101;p1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9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>
            <a:spLocks noGrp="1"/>
          </p:cNvSpPr>
          <p:nvPr>
            <p:ph type="title"/>
          </p:nvPr>
        </p:nvSpPr>
        <p:spPr>
          <a:xfrm>
            <a:off x="1902600" y="1543600"/>
            <a:ext cx="5338800" cy="13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4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2"/>
          </p:nvPr>
        </p:nvSpPr>
        <p:spPr>
          <a:xfrm>
            <a:off x="1902600" y="2989400"/>
            <a:ext cx="5338800" cy="6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10" name="Google Shape;110;p13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111" name="Google Shape;111;p1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" name="Google Shape;116;p13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117" name="Google Shape;117;p1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5238260" y="1866750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body" idx="1"/>
          </p:nvPr>
        </p:nvSpPr>
        <p:spPr>
          <a:xfrm>
            <a:off x="5238265" y="2401350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body" idx="2"/>
          </p:nvPr>
        </p:nvSpPr>
        <p:spPr>
          <a:xfrm>
            <a:off x="1760440" y="2401350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 idx="3"/>
          </p:nvPr>
        </p:nvSpPr>
        <p:spPr>
          <a:xfrm>
            <a:off x="1760435" y="1866750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8" name="Google Shape;128;p14"/>
          <p:cNvGrpSpPr/>
          <p:nvPr/>
        </p:nvGrpSpPr>
        <p:grpSpPr>
          <a:xfrm rot="-5400000">
            <a:off x="8346375" y="4345871"/>
            <a:ext cx="1022509" cy="572747"/>
            <a:chOff x="-77" y="3784091"/>
            <a:chExt cx="2423582" cy="1357541"/>
          </a:xfrm>
        </p:grpSpPr>
        <p:sp>
          <p:nvSpPr>
            <p:cNvPr id="129" name="Google Shape;129;p1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134;p14"/>
          <p:cNvGrpSpPr/>
          <p:nvPr/>
        </p:nvGrpSpPr>
        <p:grpSpPr>
          <a:xfrm rot="5400000">
            <a:off x="-224875" y="224871"/>
            <a:ext cx="1022509" cy="572747"/>
            <a:chOff x="-77" y="3784091"/>
            <a:chExt cx="2423582" cy="1357541"/>
          </a:xfrm>
        </p:grpSpPr>
        <p:sp>
          <p:nvSpPr>
            <p:cNvPr id="135" name="Google Shape;135;p1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5"/>
          <p:cNvSpPr txBox="1">
            <a:spLocks noGrp="1"/>
          </p:cNvSpPr>
          <p:nvPr>
            <p:ph type="title" idx="2" hasCustomPrompt="1"/>
          </p:nvPr>
        </p:nvSpPr>
        <p:spPr>
          <a:xfrm>
            <a:off x="12120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3" name="Google Shape;143;p15"/>
          <p:cNvSpPr txBox="1">
            <a:spLocks noGrp="1"/>
          </p:cNvSpPr>
          <p:nvPr>
            <p:ph type="title" idx="3" hasCustomPrompt="1"/>
          </p:nvPr>
        </p:nvSpPr>
        <p:spPr>
          <a:xfrm>
            <a:off x="31211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15"/>
          <p:cNvSpPr txBox="1">
            <a:spLocks noGrp="1"/>
          </p:cNvSpPr>
          <p:nvPr>
            <p:ph type="title" idx="4" hasCustomPrompt="1"/>
          </p:nvPr>
        </p:nvSpPr>
        <p:spPr>
          <a:xfrm>
            <a:off x="50302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15"/>
          <p:cNvSpPr txBox="1">
            <a:spLocks noGrp="1"/>
          </p:cNvSpPr>
          <p:nvPr>
            <p:ph type="title" idx="5" hasCustomPrompt="1"/>
          </p:nvPr>
        </p:nvSpPr>
        <p:spPr>
          <a:xfrm>
            <a:off x="69393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15"/>
          <p:cNvSpPr txBox="1">
            <a:spLocks noGrp="1"/>
          </p:cNvSpPr>
          <p:nvPr>
            <p:ph type="subTitle" idx="1"/>
          </p:nvPr>
        </p:nvSpPr>
        <p:spPr>
          <a:xfrm>
            <a:off x="1147475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subTitle" idx="6"/>
          </p:nvPr>
        </p:nvSpPr>
        <p:spPr>
          <a:xfrm>
            <a:off x="3056550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5"/>
          <p:cNvSpPr txBox="1">
            <a:spLocks noGrp="1"/>
          </p:cNvSpPr>
          <p:nvPr>
            <p:ph type="subTitle" idx="7"/>
          </p:nvPr>
        </p:nvSpPr>
        <p:spPr>
          <a:xfrm>
            <a:off x="4965625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5"/>
          <p:cNvSpPr txBox="1">
            <a:spLocks noGrp="1"/>
          </p:cNvSpPr>
          <p:nvPr>
            <p:ph type="subTitle" idx="8"/>
          </p:nvPr>
        </p:nvSpPr>
        <p:spPr>
          <a:xfrm>
            <a:off x="6874700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5"/>
          <p:cNvSpPr txBox="1">
            <a:spLocks noGrp="1"/>
          </p:cNvSpPr>
          <p:nvPr>
            <p:ph type="subTitle" idx="9"/>
          </p:nvPr>
        </p:nvSpPr>
        <p:spPr>
          <a:xfrm>
            <a:off x="1041500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subTitle" idx="13"/>
          </p:nvPr>
        </p:nvSpPr>
        <p:spPr>
          <a:xfrm>
            <a:off x="2925197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subTitle" idx="14"/>
          </p:nvPr>
        </p:nvSpPr>
        <p:spPr>
          <a:xfrm>
            <a:off x="4885095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5"/>
          <p:cNvSpPr txBox="1">
            <a:spLocks noGrp="1"/>
          </p:cNvSpPr>
          <p:nvPr>
            <p:ph type="subTitle" idx="15"/>
          </p:nvPr>
        </p:nvSpPr>
        <p:spPr>
          <a:xfrm>
            <a:off x="6768792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4" name="Google Shape;154;p15"/>
          <p:cNvGrpSpPr/>
          <p:nvPr/>
        </p:nvGrpSpPr>
        <p:grpSpPr>
          <a:xfrm rot="-5400000">
            <a:off x="8346375" y="4345871"/>
            <a:ext cx="1022509" cy="572747"/>
            <a:chOff x="-77" y="3784091"/>
            <a:chExt cx="2423582" cy="1357541"/>
          </a:xfrm>
        </p:grpSpPr>
        <p:sp>
          <p:nvSpPr>
            <p:cNvPr id="155" name="Google Shape;155;p1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15"/>
          <p:cNvGrpSpPr/>
          <p:nvPr/>
        </p:nvGrpSpPr>
        <p:grpSpPr>
          <a:xfrm rot="5400000">
            <a:off x="-224875" y="224871"/>
            <a:ext cx="1022509" cy="572747"/>
            <a:chOff x="-77" y="3784091"/>
            <a:chExt cx="2423582" cy="1357541"/>
          </a:xfrm>
        </p:grpSpPr>
        <p:sp>
          <p:nvSpPr>
            <p:cNvPr id="161" name="Google Shape;161;p1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5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6"/>
          <p:cNvSpPr txBox="1">
            <a:spLocks noGrp="1"/>
          </p:cNvSpPr>
          <p:nvPr>
            <p:ph type="subTitle" idx="1"/>
          </p:nvPr>
        </p:nvSpPr>
        <p:spPr>
          <a:xfrm>
            <a:off x="719700" y="24349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69" name="Google Shape;169;p16"/>
          <p:cNvSpPr txBox="1">
            <a:spLocks noGrp="1"/>
          </p:cNvSpPr>
          <p:nvPr>
            <p:ph type="subTitle" idx="2"/>
          </p:nvPr>
        </p:nvSpPr>
        <p:spPr>
          <a:xfrm>
            <a:off x="719850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6"/>
          <p:cNvSpPr txBox="1">
            <a:spLocks noGrp="1"/>
          </p:cNvSpPr>
          <p:nvPr>
            <p:ph type="subTitle" idx="3"/>
          </p:nvPr>
        </p:nvSpPr>
        <p:spPr>
          <a:xfrm>
            <a:off x="3413619" y="24349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subTitle" idx="4"/>
          </p:nvPr>
        </p:nvSpPr>
        <p:spPr>
          <a:xfrm>
            <a:off x="3413619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6"/>
          <p:cNvSpPr txBox="1">
            <a:spLocks noGrp="1"/>
          </p:cNvSpPr>
          <p:nvPr>
            <p:ph type="subTitle" idx="5"/>
          </p:nvPr>
        </p:nvSpPr>
        <p:spPr>
          <a:xfrm>
            <a:off x="6107075" y="24349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subTitle" idx="6"/>
          </p:nvPr>
        </p:nvSpPr>
        <p:spPr>
          <a:xfrm>
            <a:off x="6107075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4" name="Google Shape;174;p16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175" name="Google Shape;175;p1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" name="Google Shape;180;p16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181" name="Google Shape;181;p1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5_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subTitle" idx="1"/>
          </p:nvPr>
        </p:nvSpPr>
        <p:spPr>
          <a:xfrm>
            <a:off x="719975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subTitle" idx="2"/>
          </p:nvPr>
        </p:nvSpPr>
        <p:spPr>
          <a:xfrm>
            <a:off x="3964163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subTitle" idx="3"/>
          </p:nvPr>
        </p:nvSpPr>
        <p:spPr>
          <a:xfrm>
            <a:off x="7141825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subTitle" idx="4"/>
          </p:nvPr>
        </p:nvSpPr>
        <p:spPr>
          <a:xfrm>
            <a:off x="719975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7"/>
          <p:cNvSpPr txBox="1">
            <a:spLocks noGrp="1"/>
          </p:cNvSpPr>
          <p:nvPr>
            <p:ph type="subTitle" idx="5"/>
          </p:nvPr>
        </p:nvSpPr>
        <p:spPr>
          <a:xfrm>
            <a:off x="7141825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7"/>
          <p:cNvSpPr txBox="1">
            <a:spLocks noGrp="1"/>
          </p:cNvSpPr>
          <p:nvPr>
            <p:ph type="subTitle" idx="6"/>
          </p:nvPr>
        </p:nvSpPr>
        <p:spPr>
          <a:xfrm>
            <a:off x="3964163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17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195" name="Google Shape;195;p17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Google Shape;200;p17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01" name="Google Shape;201;p17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subTitle" idx="1"/>
          </p:nvPr>
        </p:nvSpPr>
        <p:spPr>
          <a:xfrm>
            <a:off x="1842250" y="1618793"/>
            <a:ext cx="16827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subTitle" idx="2"/>
          </p:nvPr>
        </p:nvSpPr>
        <p:spPr>
          <a:xfrm>
            <a:off x="1417550" y="1918700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175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subTitle" idx="3"/>
          </p:nvPr>
        </p:nvSpPr>
        <p:spPr>
          <a:xfrm>
            <a:off x="1842594" y="2942429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subTitle" idx="4"/>
          </p:nvPr>
        </p:nvSpPr>
        <p:spPr>
          <a:xfrm>
            <a:off x="1417574" y="3242325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4064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ubTitle" idx="5"/>
          </p:nvPr>
        </p:nvSpPr>
        <p:spPr>
          <a:xfrm>
            <a:off x="5618913" y="2942429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subTitle" idx="6"/>
          </p:nvPr>
        </p:nvSpPr>
        <p:spPr>
          <a:xfrm>
            <a:off x="5618975" y="3242325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subTitle" idx="7"/>
          </p:nvPr>
        </p:nvSpPr>
        <p:spPr>
          <a:xfrm>
            <a:off x="5618957" y="1618793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8"/>
          </p:nvPr>
        </p:nvSpPr>
        <p:spPr>
          <a:xfrm>
            <a:off x="5619026" y="1918700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175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6" name="Google Shape;216;p18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217" name="Google Shape;217;p1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18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23" name="Google Shape;223;p1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5_1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9"/>
          <p:cNvSpPr txBox="1">
            <a:spLocks noGrp="1"/>
          </p:cNvSpPr>
          <p:nvPr>
            <p:ph type="subTitle" idx="1"/>
          </p:nvPr>
        </p:nvSpPr>
        <p:spPr>
          <a:xfrm>
            <a:off x="4211675" y="142988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9"/>
          <p:cNvSpPr txBox="1">
            <a:spLocks noGrp="1"/>
          </p:cNvSpPr>
          <p:nvPr>
            <p:ph type="title" idx="2" hasCustomPrompt="1"/>
          </p:nvPr>
        </p:nvSpPr>
        <p:spPr>
          <a:xfrm>
            <a:off x="3331225" y="1443350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32" name="Google Shape;232;p19"/>
          <p:cNvSpPr txBox="1">
            <a:spLocks noGrp="1"/>
          </p:cNvSpPr>
          <p:nvPr>
            <p:ph type="subTitle" idx="3"/>
          </p:nvPr>
        </p:nvSpPr>
        <p:spPr>
          <a:xfrm>
            <a:off x="4211675" y="1694759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9"/>
          <p:cNvSpPr txBox="1">
            <a:spLocks noGrp="1"/>
          </p:cNvSpPr>
          <p:nvPr>
            <p:ph type="subTitle" idx="4"/>
          </p:nvPr>
        </p:nvSpPr>
        <p:spPr>
          <a:xfrm>
            <a:off x="4211675" y="2521206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9"/>
          <p:cNvSpPr txBox="1">
            <a:spLocks noGrp="1"/>
          </p:cNvSpPr>
          <p:nvPr>
            <p:ph type="title" idx="5" hasCustomPrompt="1"/>
          </p:nvPr>
        </p:nvSpPr>
        <p:spPr>
          <a:xfrm>
            <a:off x="3331225" y="2515672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19"/>
          <p:cNvSpPr txBox="1">
            <a:spLocks noGrp="1"/>
          </p:cNvSpPr>
          <p:nvPr>
            <p:ph type="subTitle" idx="6"/>
          </p:nvPr>
        </p:nvSpPr>
        <p:spPr>
          <a:xfrm>
            <a:off x="4211675" y="2786080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9"/>
          <p:cNvSpPr txBox="1">
            <a:spLocks noGrp="1"/>
          </p:cNvSpPr>
          <p:nvPr>
            <p:ph type="subTitle" idx="7"/>
          </p:nvPr>
        </p:nvSpPr>
        <p:spPr>
          <a:xfrm>
            <a:off x="4211825" y="361252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19"/>
          <p:cNvSpPr txBox="1">
            <a:spLocks noGrp="1"/>
          </p:cNvSpPr>
          <p:nvPr>
            <p:ph type="title" idx="8" hasCustomPrompt="1"/>
          </p:nvPr>
        </p:nvSpPr>
        <p:spPr>
          <a:xfrm>
            <a:off x="3331225" y="3612527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19"/>
          <p:cNvSpPr txBox="1">
            <a:spLocks noGrp="1"/>
          </p:cNvSpPr>
          <p:nvPr>
            <p:ph type="subTitle" idx="9"/>
          </p:nvPr>
        </p:nvSpPr>
        <p:spPr>
          <a:xfrm>
            <a:off x="4211825" y="3877401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39" name="Google Shape;239;p19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240" name="Google Shape;240;p19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" name="Google Shape;245;p19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246" name="Google Shape;246;p19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>
            <a:spLocks noGrp="1"/>
          </p:cNvSpPr>
          <p:nvPr>
            <p:ph type="subTitle" idx="1"/>
          </p:nvPr>
        </p:nvSpPr>
        <p:spPr>
          <a:xfrm>
            <a:off x="719600" y="17706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0"/>
          <p:cNvSpPr txBox="1">
            <a:spLocks noGrp="1"/>
          </p:cNvSpPr>
          <p:nvPr>
            <p:ph type="title" idx="2" hasCustomPrompt="1"/>
          </p:nvPr>
        </p:nvSpPr>
        <p:spPr>
          <a:xfrm>
            <a:off x="132920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20"/>
          <p:cNvSpPr txBox="1">
            <a:spLocks noGrp="1"/>
          </p:cNvSpPr>
          <p:nvPr>
            <p:ph type="subTitle" idx="3"/>
          </p:nvPr>
        </p:nvSpPr>
        <p:spPr>
          <a:xfrm>
            <a:off x="720100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0"/>
          <p:cNvSpPr txBox="1">
            <a:spLocks noGrp="1"/>
          </p:cNvSpPr>
          <p:nvPr>
            <p:ph type="subTitle" idx="4"/>
          </p:nvPr>
        </p:nvSpPr>
        <p:spPr>
          <a:xfrm>
            <a:off x="341350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0"/>
          <p:cNvSpPr txBox="1">
            <a:spLocks noGrp="1"/>
          </p:cNvSpPr>
          <p:nvPr>
            <p:ph type="title" idx="5" hasCustomPrompt="1"/>
          </p:nvPr>
        </p:nvSpPr>
        <p:spPr>
          <a:xfrm>
            <a:off x="4023025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20"/>
          <p:cNvSpPr txBox="1">
            <a:spLocks noGrp="1"/>
          </p:cNvSpPr>
          <p:nvPr>
            <p:ph type="subTitle" idx="6"/>
          </p:nvPr>
        </p:nvSpPr>
        <p:spPr>
          <a:xfrm>
            <a:off x="3413738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0"/>
          <p:cNvSpPr txBox="1">
            <a:spLocks noGrp="1"/>
          </p:cNvSpPr>
          <p:nvPr>
            <p:ph type="subTitle" idx="7"/>
          </p:nvPr>
        </p:nvSpPr>
        <p:spPr>
          <a:xfrm>
            <a:off x="610705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0"/>
          <p:cNvSpPr txBox="1">
            <a:spLocks noGrp="1"/>
          </p:cNvSpPr>
          <p:nvPr>
            <p:ph type="title" idx="8" hasCustomPrompt="1"/>
          </p:nvPr>
        </p:nvSpPr>
        <p:spPr>
          <a:xfrm>
            <a:off x="671655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1" name="Google Shape;261;p20"/>
          <p:cNvSpPr txBox="1">
            <a:spLocks noGrp="1"/>
          </p:cNvSpPr>
          <p:nvPr>
            <p:ph type="subTitle" idx="9"/>
          </p:nvPr>
        </p:nvSpPr>
        <p:spPr>
          <a:xfrm>
            <a:off x="6107101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0"/>
          <p:cNvSpPr txBox="1">
            <a:spLocks noGrp="1"/>
          </p:cNvSpPr>
          <p:nvPr>
            <p:ph type="subTitle" idx="13"/>
          </p:nvPr>
        </p:nvSpPr>
        <p:spPr>
          <a:xfrm>
            <a:off x="7196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0"/>
          <p:cNvSpPr txBox="1">
            <a:spLocks noGrp="1"/>
          </p:cNvSpPr>
          <p:nvPr>
            <p:ph type="title" idx="14" hasCustomPrompt="1"/>
          </p:nvPr>
        </p:nvSpPr>
        <p:spPr>
          <a:xfrm>
            <a:off x="132920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4" name="Google Shape;264;p20"/>
          <p:cNvSpPr txBox="1">
            <a:spLocks noGrp="1"/>
          </p:cNvSpPr>
          <p:nvPr>
            <p:ph type="subTitle" idx="15"/>
          </p:nvPr>
        </p:nvSpPr>
        <p:spPr>
          <a:xfrm>
            <a:off x="720100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0"/>
          <p:cNvSpPr txBox="1">
            <a:spLocks noGrp="1"/>
          </p:cNvSpPr>
          <p:nvPr>
            <p:ph type="subTitle" idx="16"/>
          </p:nvPr>
        </p:nvSpPr>
        <p:spPr>
          <a:xfrm>
            <a:off x="34134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0"/>
          <p:cNvSpPr txBox="1">
            <a:spLocks noGrp="1"/>
          </p:cNvSpPr>
          <p:nvPr>
            <p:ph type="title" idx="17" hasCustomPrompt="1"/>
          </p:nvPr>
        </p:nvSpPr>
        <p:spPr>
          <a:xfrm>
            <a:off x="4023025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7" name="Google Shape;267;p20"/>
          <p:cNvSpPr txBox="1">
            <a:spLocks noGrp="1"/>
          </p:cNvSpPr>
          <p:nvPr>
            <p:ph type="subTitle" idx="18"/>
          </p:nvPr>
        </p:nvSpPr>
        <p:spPr>
          <a:xfrm>
            <a:off x="3413738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0"/>
          <p:cNvSpPr txBox="1">
            <a:spLocks noGrp="1"/>
          </p:cNvSpPr>
          <p:nvPr>
            <p:ph type="subTitle" idx="19"/>
          </p:nvPr>
        </p:nvSpPr>
        <p:spPr>
          <a:xfrm>
            <a:off x="6107050" y="339547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0"/>
          <p:cNvSpPr txBox="1">
            <a:spLocks noGrp="1"/>
          </p:cNvSpPr>
          <p:nvPr>
            <p:ph type="title" idx="20" hasCustomPrompt="1"/>
          </p:nvPr>
        </p:nvSpPr>
        <p:spPr>
          <a:xfrm>
            <a:off x="671655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20"/>
          <p:cNvSpPr txBox="1">
            <a:spLocks noGrp="1"/>
          </p:cNvSpPr>
          <p:nvPr>
            <p:ph type="subTitle" idx="21"/>
          </p:nvPr>
        </p:nvSpPr>
        <p:spPr>
          <a:xfrm>
            <a:off x="6107101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1" name="Google Shape;271;p20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272" name="Google Shape;272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" name="Google Shape;277;p20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278" name="Google Shape;278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_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"/>
          <p:cNvSpPr txBox="1">
            <a:spLocks noGrp="1"/>
          </p:cNvSpPr>
          <p:nvPr>
            <p:ph type="subTitle" idx="1"/>
          </p:nvPr>
        </p:nvSpPr>
        <p:spPr>
          <a:xfrm>
            <a:off x="1410963" y="1499611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1"/>
          <p:cNvSpPr txBox="1">
            <a:spLocks noGrp="1"/>
          </p:cNvSpPr>
          <p:nvPr>
            <p:ph type="subTitle" idx="2"/>
          </p:nvPr>
        </p:nvSpPr>
        <p:spPr>
          <a:xfrm>
            <a:off x="1411463" y="17995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1"/>
          <p:cNvSpPr txBox="1">
            <a:spLocks noGrp="1"/>
          </p:cNvSpPr>
          <p:nvPr>
            <p:ph type="subTitle" idx="3"/>
          </p:nvPr>
        </p:nvSpPr>
        <p:spPr>
          <a:xfrm>
            <a:off x="1410988" y="2526349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1"/>
          <p:cNvSpPr txBox="1">
            <a:spLocks noGrp="1"/>
          </p:cNvSpPr>
          <p:nvPr>
            <p:ph type="subTitle" idx="4"/>
          </p:nvPr>
        </p:nvSpPr>
        <p:spPr>
          <a:xfrm>
            <a:off x="1411225" y="2826240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1"/>
          <p:cNvSpPr txBox="1">
            <a:spLocks noGrp="1"/>
          </p:cNvSpPr>
          <p:nvPr>
            <p:ph type="subTitle" idx="5"/>
          </p:nvPr>
        </p:nvSpPr>
        <p:spPr>
          <a:xfrm>
            <a:off x="5415963" y="1499611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21"/>
          <p:cNvSpPr txBox="1">
            <a:spLocks noGrp="1"/>
          </p:cNvSpPr>
          <p:nvPr>
            <p:ph type="subTitle" idx="6"/>
          </p:nvPr>
        </p:nvSpPr>
        <p:spPr>
          <a:xfrm>
            <a:off x="5416013" y="17995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32105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1"/>
          <p:cNvSpPr txBox="1">
            <a:spLocks noGrp="1"/>
          </p:cNvSpPr>
          <p:nvPr>
            <p:ph type="subTitle" idx="7"/>
          </p:nvPr>
        </p:nvSpPr>
        <p:spPr>
          <a:xfrm>
            <a:off x="1410963" y="3553089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1"/>
          <p:cNvSpPr txBox="1">
            <a:spLocks noGrp="1"/>
          </p:cNvSpPr>
          <p:nvPr>
            <p:ph type="subTitle" idx="8"/>
          </p:nvPr>
        </p:nvSpPr>
        <p:spPr>
          <a:xfrm>
            <a:off x="1411463" y="385298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1"/>
          <p:cNvSpPr txBox="1">
            <a:spLocks noGrp="1"/>
          </p:cNvSpPr>
          <p:nvPr>
            <p:ph type="subTitle" idx="9"/>
          </p:nvPr>
        </p:nvSpPr>
        <p:spPr>
          <a:xfrm>
            <a:off x="5415788" y="2526351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1"/>
          <p:cNvSpPr txBox="1">
            <a:spLocks noGrp="1"/>
          </p:cNvSpPr>
          <p:nvPr>
            <p:ph type="subTitle" idx="13"/>
          </p:nvPr>
        </p:nvSpPr>
        <p:spPr>
          <a:xfrm>
            <a:off x="5416125" y="2826251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1"/>
          <p:cNvSpPr txBox="1">
            <a:spLocks noGrp="1"/>
          </p:cNvSpPr>
          <p:nvPr>
            <p:ph type="subTitle" idx="14"/>
          </p:nvPr>
        </p:nvSpPr>
        <p:spPr>
          <a:xfrm>
            <a:off x="5415963" y="355308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1"/>
          <p:cNvSpPr txBox="1">
            <a:spLocks noGrp="1"/>
          </p:cNvSpPr>
          <p:nvPr>
            <p:ph type="subTitle" idx="15"/>
          </p:nvPr>
        </p:nvSpPr>
        <p:spPr>
          <a:xfrm>
            <a:off x="5416013" y="385298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7" name="Google Shape;297;p2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298" name="Google Shape;298;p2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" name="Google Shape;303;p2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304" name="Google Shape;304;p2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2"/>
          <p:cNvGrpSpPr/>
          <p:nvPr/>
        </p:nvGrpSpPr>
        <p:grpSpPr>
          <a:xfrm>
            <a:off x="-9" y="1669058"/>
            <a:ext cx="2781383" cy="1805382"/>
            <a:chOff x="8024127" y="984378"/>
            <a:chExt cx="2502369" cy="1624275"/>
          </a:xfrm>
        </p:grpSpPr>
        <p:sp>
          <p:nvSpPr>
            <p:cNvPr id="311" name="Google Shape;311;p22"/>
            <p:cNvSpPr/>
            <p:nvPr/>
          </p:nvSpPr>
          <p:spPr>
            <a:xfrm>
              <a:off x="8647339" y="2562003"/>
              <a:ext cx="65709" cy="30106"/>
            </a:xfrm>
            <a:custGeom>
              <a:avLst/>
              <a:gdLst/>
              <a:ahLst/>
              <a:cxnLst/>
              <a:rect l="l" t="t" r="r" b="b"/>
              <a:pathLst>
                <a:path w="2259" h="1035" extrusionOk="0">
                  <a:moveTo>
                    <a:pt x="125" y="899"/>
                  </a:moveTo>
                  <a:lnTo>
                    <a:pt x="125" y="899"/>
                  </a:lnTo>
                  <a:cubicBezTo>
                    <a:pt x="132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5" y="899"/>
                  </a:cubicBezTo>
                  <a:close/>
                  <a:moveTo>
                    <a:pt x="891" y="1"/>
                  </a:moveTo>
                  <a:cubicBezTo>
                    <a:pt x="329" y="1"/>
                    <a:pt x="1" y="409"/>
                    <a:pt x="125" y="899"/>
                  </a:cubicBezTo>
                  <a:lnTo>
                    <a:pt x="125" y="899"/>
                  </a:lnTo>
                  <a:cubicBezTo>
                    <a:pt x="49" y="429"/>
                    <a:pt x="373" y="67"/>
                    <a:pt x="891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8" y="1"/>
                    <a:pt x="891" y="1"/>
                  </a:cubicBezTo>
                  <a:close/>
                </a:path>
              </a:pathLst>
            </a:custGeom>
            <a:solidFill>
              <a:srgbClr val="FFF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8759904" y="2562003"/>
              <a:ext cx="65680" cy="30106"/>
            </a:xfrm>
            <a:custGeom>
              <a:avLst/>
              <a:gdLst/>
              <a:ahLst/>
              <a:cxnLst/>
              <a:rect l="l" t="t" r="r" b="b"/>
              <a:pathLst>
                <a:path w="2258" h="1035" extrusionOk="0">
                  <a:moveTo>
                    <a:pt x="124" y="899"/>
                  </a:moveTo>
                  <a:cubicBezTo>
                    <a:pt x="131" y="943"/>
                    <a:pt x="142" y="989"/>
                    <a:pt x="156" y="1035"/>
                  </a:cubicBezTo>
                  <a:cubicBezTo>
                    <a:pt x="156" y="1001"/>
                    <a:pt x="156" y="1001"/>
                    <a:pt x="156" y="1001"/>
                  </a:cubicBezTo>
                  <a:cubicBezTo>
                    <a:pt x="143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8" y="1"/>
                    <a:pt x="0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0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7" y="1"/>
                    <a:pt x="890" y="1"/>
                  </a:cubicBezTo>
                  <a:close/>
                </a:path>
              </a:pathLst>
            </a:custGeom>
            <a:solidFill>
              <a:srgbClr val="FF52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8872440" y="2562003"/>
              <a:ext cx="65709" cy="30106"/>
            </a:xfrm>
            <a:custGeom>
              <a:avLst/>
              <a:gdLst/>
              <a:ahLst/>
              <a:cxnLst/>
              <a:rect l="l" t="t" r="r" b="b"/>
              <a:pathLst>
                <a:path w="2259" h="1035" extrusionOk="0">
                  <a:moveTo>
                    <a:pt x="124" y="899"/>
                  </a:moveTo>
                  <a:cubicBezTo>
                    <a:pt x="131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9" y="1"/>
                    <a:pt x="1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91" y="1"/>
                    <a:pt x="890" y="1"/>
                  </a:cubicBezTo>
                  <a:close/>
                </a:path>
              </a:pathLst>
            </a:custGeom>
            <a:solidFill>
              <a:srgbClr val="45F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10089400" y="2205025"/>
              <a:ext cx="25" cy="50050"/>
            </a:xfrm>
            <a:custGeom>
              <a:avLst/>
              <a:gdLst/>
              <a:ahLst/>
              <a:cxnLst/>
              <a:rect l="l" t="t" r="r" b="b"/>
              <a:pathLst>
                <a:path w="1" h="2002" extrusionOk="0">
                  <a:moveTo>
                    <a:pt x="0" y="2002"/>
                  </a:moveTo>
                  <a:lnTo>
                    <a:pt x="0" y="0"/>
                  </a:lnTo>
                </a:path>
              </a:pathLst>
            </a:custGeom>
            <a:solidFill>
              <a:srgbClr val="1FF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8024127" y="984378"/>
              <a:ext cx="2502369" cy="1624275"/>
            </a:xfrm>
            <a:custGeom>
              <a:avLst/>
              <a:gdLst/>
              <a:ahLst/>
              <a:cxnLst/>
              <a:rect l="l" t="t" r="r" b="b"/>
              <a:pathLst>
                <a:path w="86029" h="55841" extrusionOk="0">
                  <a:moveTo>
                    <a:pt x="2102" y="1"/>
                  </a:moveTo>
                  <a:cubicBezTo>
                    <a:pt x="935" y="1"/>
                    <a:pt x="1" y="935"/>
                    <a:pt x="1" y="2102"/>
                  </a:cubicBezTo>
                  <a:lnTo>
                    <a:pt x="1" y="53739"/>
                  </a:lnTo>
                  <a:cubicBezTo>
                    <a:pt x="1" y="54907"/>
                    <a:pt x="935" y="55841"/>
                    <a:pt x="2102" y="55841"/>
                  </a:cubicBezTo>
                  <a:lnTo>
                    <a:pt x="83894" y="55841"/>
                  </a:lnTo>
                  <a:cubicBezTo>
                    <a:pt x="85062" y="55841"/>
                    <a:pt x="86029" y="54907"/>
                    <a:pt x="86029" y="53739"/>
                  </a:cubicBezTo>
                  <a:lnTo>
                    <a:pt x="86029" y="2102"/>
                  </a:lnTo>
                  <a:cubicBezTo>
                    <a:pt x="86029" y="935"/>
                    <a:pt x="85062" y="1"/>
                    <a:pt x="83894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8024127" y="984378"/>
              <a:ext cx="2502369" cy="262020"/>
            </a:xfrm>
            <a:custGeom>
              <a:avLst/>
              <a:gdLst/>
              <a:ahLst/>
              <a:cxnLst/>
              <a:rect l="l" t="t" r="r" b="b"/>
              <a:pathLst>
                <a:path w="86029" h="9008" extrusionOk="0">
                  <a:moveTo>
                    <a:pt x="2436" y="1"/>
                  </a:moveTo>
                  <a:cubicBezTo>
                    <a:pt x="1102" y="1"/>
                    <a:pt x="1" y="1068"/>
                    <a:pt x="1" y="2436"/>
                  </a:cubicBezTo>
                  <a:lnTo>
                    <a:pt x="1" y="9007"/>
                  </a:lnTo>
                  <a:lnTo>
                    <a:pt x="86029" y="9007"/>
                  </a:lnTo>
                  <a:lnTo>
                    <a:pt x="86029" y="2436"/>
                  </a:lnTo>
                  <a:cubicBezTo>
                    <a:pt x="86029" y="1102"/>
                    <a:pt x="84928" y="1"/>
                    <a:pt x="835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8125057" y="1324952"/>
              <a:ext cx="2305388" cy="1198318"/>
            </a:xfrm>
            <a:custGeom>
              <a:avLst/>
              <a:gdLst/>
              <a:ahLst/>
              <a:cxnLst/>
              <a:rect l="l" t="t" r="r" b="b"/>
              <a:pathLst>
                <a:path w="79257" h="41197" extrusionOk="0">
                  <a:moveTo>
                    <a:pt x="77522" y="41196"/>
                  </a:moveTo>
                  <a:lnTo>
                    <a:pt x="1735" y="41196"/>
                  </a:lnTo>
                  <a:cubicBezTo>
                    <a:pt x="767" y="41196"/>
                    <a:pt x="0" y="40429"/>
                    <a:pt x="0" y="39462"/>
                  </a:cubicBezTo>
                  <a:lnTo>
                    <a:pt x="0" y="1735"/>
                  </a:lnTo>
                  <a:cubicBezTo>
                    <a:pt x="0" y="768"/>
                    <a:pt x="767" y="0"/>
                    <a:pt x="1735" y="0"/>
                  </a:cubicBezTo>
                  <a:lnTo>
                    <a:pt x="77522" y="0"/>
                  </a:lnTo>
                  <a:cubicBezTo>
                    <a:pt x="78489" y="0"/>
                    <a:pt x="79257" y="768"/>
                    <a:pt x="79257" y="1735"/>
                  </a:cubicBezTo>
                  <a:lnTo>
                    <a:pt x="79257" y="39462"/>
                  </a:lnTo>
                  <a:cubicBezTo>
                    <a:pt x="79257" y="40429"/>
                    <a:pt x="78489" y="41196"/>
                    <a:pt x="77522" y="41196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8191986" y="1394818"/>
              <a:ext cx="54365" cy="110620"/>
            </a:xfrm>
            <a:custGeom>
              <a:avLst/>
              <a:gdLst/>
              <a:ahLst/>
              <a:cxnLst/>
              <a:rect l="l" t="t" r="r" b="b"/>
              <a:pathLst>
                <a:path w="1869" h="3803" fill="none" extrusionOk="0">
                  <a:moveTo>
                    <a:pt x="1869" y="0"/>
                  </a:moveTo>
                  <a:lnTo>
                    <a:pt x="1" y="1901"/>
                  </a:lnTo>
                  <a:lnTo>
                    <a:pt x="1869" y="3803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8385062" y="1394818"/>
              <a:ext cx="55354" cy="110620"/>
            </a:xfrm>
            <a:custGeom>
              <a:avLst/>
              <a:gdLst/>
              <a:ahLst/>
              <a:cxnLst/>
              <a:rect l="l" t="t" r="r" b="b"/>
              <a:pathLst>
                <a:path w="1903" h="3803" fill="none" extrusionOk="0">
                  <a:moveTo>
                    <a:pt x="1" y="0"/>
                  </a:moveTo>
                  <a:lnTo>
                    <a:pt x="1902" y="1901"/>
                  </a:lnTo>
                  <a:lnTo>
                    <a:pt x="1" y="3803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8292887" y="1394818"/>
              <a:ext cx="43689" cy="120335"/>
            </a:xfrm>
            <a:custGeom>
              <a:avLst/>
              <a:gdLst/>
              <a:ahLst/>
              <a:cxnLst/>
              <a:rect l="l" t="t" r="r" b="b"/>
              <a:pathLst>
                <a:path w="1502" h="4137" fill="none" extrusionOk="0">
                  <a:moveTo>
                    <a:pt x="1" y="4136"/>
                  </a:moveTo>
                  <a:lnTo>
                    <a:pt x="1502" y="0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8483055" y="1500548"/>
              <a:ext cx="31095" cy="31095"/>
            </a:xfrm>
            <a:custGeom>
              <a:avLst/>
              <a:gdLst/>
              <a:ahLst/>
              <a:cxnLst/>
              <a:rect l="l" t="t" r="r" b="b"/>
              <a:pathLst>
                <a:path w="1069" h="1069" extrusionOk="0">
                  <a:moveTo>
                    <a:pt x="535" y="1"/>
                  </a:moveTo>
                  <a:cubicBezTo>
                    <a:pt x="234" y="1"/>
                    <a:pt x="1" y="234"/>
                    <a:pt x="1" y="535"/>
                  </a:cubicBezTo>
                  <a:cubicBezTo>
                    <a:pt x="1" y="802"/>
                    <a:pt x="234" y="1068"/>
                    <a:pt x="535" y="1068"/>
                  </a:cubicBezTo>
                  <a:cubicBezTo>
                    <a:pt x="835" y="1068"/>
                    <a:pt x="1068" y="802"/>
                    <a:pt x="1068" y="535"/>
                  </a:cubicBezTo>
                  <a:cubicBezTo>
                    <a:pt x="1068" y="234"/>
                    <a:pt x="835" y="1"/>
                    <a:pt x="535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8528666" y="1500548"/>
              <a:ext cx="31065" cy="31095"/>
            </a:xfrm>
            <a:custGeom>
              <a:avLst/>
              <a:gdLst/>
              <a:ahLst/>
              <a:cxnLst/>
              <a:rect l="l" t="t" r="r" b="b"/>
              <a:pathLst>
                <a:path w="1068" h="1069" extrusionOk="0">
                  <a:moveTo>
                    <a:pt x="534" y="1"/>
                  </a:moveTo>
                  <a:cubicBezTo>
                    <a:pt x="267" y="1"/>
                    <a:pt x="0" y="234"/>
                    <a:pt x="0" y="535"/>
                  </a:cubicBezTo>
                  <a:cubicBezTo>
                    <a:pt x="0" y="802"/>
                    <a:pt x="267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8593674" y="1500548"/>
              <a:ext cx="31065" cy="31095"/>
            </a:xfrm>
            <a:custGeom>
              <a:avLst/>
              <a:gdLst/>
              <a:ahLst/>
              <a:cxnLst/>
              <a:rect l="l" t="t" r="r" b="b"/>
              <a:pathLst>
                <a:path w="1068" h="1069" extrusionOk="0">
                  <a:moveTo>
                    <a:pt x="534" y="1"/>
                  </a:moveTo>
                  <a:cubicBezTo>
                    <a:pt x="234" y="1"/>
                    <a:pt x="0" y="234"/>
                    <a:pt x="0" y="535"/>
                  </a:cubicBezTo>
                  <a:cubicBezTo>
                    <a:pt x="0" y="802"/>
                    <a:pt x="234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8219152" y="1627656"/>
              <a:ext cx="1656300" cy="29"/>
            </a:xfrm>
            <a:custGeom>
              <a:avLst/>
              <a:gdLst/>
              <a:ahLst/>
              <a:cxnLst/>
              <a:rect l="l" t="t" r="r" b="b"/>
              <a:pathLst>
                <a:path w="56942" h="1" fill="none" extrusionOk="0">
                  <a:moveTo>
                    <a:pt x="1" y="1"/>
                  </a:moveTo>
                  <a:lnTo>
                    <a:pt x="56941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9975312" y="1627656"/>
              <a:ext cx="128101" cy="29"/>
            </a:xfrm>
            <a:custGeom>
              <a:avLst/>
              <a:gdLst/>
              <a:ahLst/>
              <a:cxnLst/>
              <a:rect l="l" t="t" r="r" b="b"/>
              <a:pathLst>
                <a:path w="4404" h="1" fill="none" extrusionOk="0">
                  <a:moveTo>
                    <a:pt x="0" y="1"/>
                  </a:moveTo>
                  <a:lnTo>
                    <a:pt x="4403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10174205" y="1627656"/>
              <a:ext cx="163035" cy="29"/>
            </a:xfrm>
            <a:custGeom>
              <a:avLst/>
              <a:gdLst/>
              <a:ahLst/>
              <a:cxnLst/>
              <a:rect l="l" t="t" r="r" b="b"/>
              <a:pathLst>
                <a:path w="5605" h="1" fill="none" extrusionOk="0">
                  <a:moveTo>
                    <a:pt x="0" y="1"/>
                  </a:moveTo>
                  <a:lnTo>
                    <a:pt x="5604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8219152" y="1757673"/>
              <a:ext cx="1036300" cy="29"/>
            </a:xfrm>
            <a:custGeom>
              <a:avLst/>
              <a:gdLst/>
              <a:ahLst/>
              <a:cxnLst/>
              <a:rect l="l" t="t" r="r" b="b"/>
              <a:pathLst>
                <a:path w="35627" h="1" fill="none" extrusionOk="0">
                  <a:moveTo>
                    <a:pt x="1" y="1"/>
                  </a:moveTo>
                  <a:lnTo>
                    <a:pt x="35626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9408676" y="1757673"/>
              <a:ext cx="186335" cy="29"/>
            </a:xfrm>
            <a:custGeom>
              <a:avLst/>
              <a:gdLst/>
              <a:ahLst/>
              <a:cxnLst/>
              <a:rect l="l" t="t" r="r" b="b"/>
              <a:pathLst>
                <a:path w="6406" h="1" fill="none" extrusionOk="0">
                  <a:moveTo>
                    <a:pt x="1" y="1"/>
                  </a:moveTo>
                  <a:lnTo>
                    <a:pt x="6405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9090440" y="1832396"/>
              <a:ext cx="504581" cy="29"/>
            </a:xfrm>
            <a:custGeom>
              <a:avLst/>
              <a:gdLst/>
              <a:ahLst/>
              <a:cxnLst/>
              <a:rect l="l" t="t" r="r" b="b"/>
              <a:pathLst>
                <a:path w="17347" h="1" fill="none" extrusionOk="0">
                  <a:moveTo>
                    <a:pt x="17346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8919673" y="1832396"/>
              <a:ext cx="101923" cy="29"/>
            </a:xfrm>
            <a:custGeom>
              <a:avLst/>
              <a:gdLst/>
              <a:ahLst/>
              <a:cxnLst/>
              <a:rect l="l" t="t" r="r" b="b"/>
              <a:pathLst>
                <a:path w="3504" h="1" fill="none" extrusionOk="0">
                  <a:moveTo>
                    <a:pt x="3503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8737271" y="1832396"/>
              <a:ext cx="101894" cy="29"/>
            </a:xfrm>
            <a:custGeom>
              <a:avLst/>
              <a:gdLst/>
              <a:ahLst/>
              <a:cxnLst/>
              <a:rect l="l" t="t" r="r" b="b"/>
              <a:pathLst>
                <a:path w="3503" h="1" fill="none" extrusionOk="0">
                  <a:moveTo>
                    <a:pt x="3503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8555829" y="1832396"/>
              <a:ext cx="100934" cy="29"/>
            </a:xfrm>
            <a:custGeom>
              <a:avLst/>
              <a:gdLst/>
              <a:ahLst/>
              <a:cxnLst/>
              <a:rect l="l" t="t" r="r" b="b"/>
              <a:pathLst>
                <a:path w="3470" h="1" fill="none" extrusionOk="0">
                  <a:moveTo>
                    <a:pt x="3470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8373428" y="1832396"/>
              <a:ext cx="100934" cy="29"/>
            </a:xfrm>
            <a:custGeom>
              <a:avLst/>
              <a:gdLst/>
              <a:ahLst/>
              <a:cxnLst/>
              <a:rect l="l" t="t" r="r" b="b"/>
              <a:pathLst>
                <a:path w="3470" h="1" fill="none" extrusionOk="0">
                  <a:moveTo>
                    <a:pt x="3470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8373428" y="1923582"/>
              <a:ext cx="1570900" cy="29"/>
            </a:xfrm>
            <a:custGeom>
              <a:avLst/>
              <a:gdLst/>
              <a:ahLst/>
              <a:cxnLst/>
              <a:rect l="l" t="t" r="r" b="b"/>
              <a:pathLst>
                <a:path w="54006" h="1" fill="none" extrusionOk="0">
                  <a:moveTo>
                    <a:pt x="54006" y="1"/>
                  </a:moveTo>
                  <a:lnTo>
                    <a:pt x="0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8219152" y="1832396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8219152" y="1923582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8219152" y="2014798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8219152" y="2105984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10039331" y="1923582"/>
              <a:ext cx="216411" cy="29"/>
            </a:xfrm>
            <a:custGeom>
              <a:avLst/>
              <a:gdLst/>
              <a:ahLst/>
              <a:cxnLst/>
              <a:rect l="l" t="t" r="r" b="b"/>
              <a:pathLst>
                <a:path w="7440" h="1" fill="none" extrusionOk="0">
                  <a:moveTo>
                    <a:pt x="1" y="1"/>
                  </a:moveTo>
                  <a:lnTo>
                    <a:pt x="7439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8369559" y="2014798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8369559" y="2107933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8369559" y="2202057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8369559" y="2295192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9090440" y="2295192"/>
              <a:ext cx="884929" cy="29"/>
            </a:xfrm>
            <a:custGeom>
              <a:avLst/>
              <a:gdLst/>
              <a:ahLst/>
              <a:cxnLst/>
              <a:rect l="l" t="t" r="r" b="b"/>
              <a:pathLst>
                <a:path w="30423" h="1" fill="none" extrusionOk="0">
                  <a:moveTo>
                    <a:pt x="0" y="1"/>
                  </a:moveTo>
                  <a:lnTo>
                    <a:pt x="30422" y="1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9615336" y="2202057"/>
              <a:ext cx="360016" cy="29"/>
            </a:xfrm>
            <a:custGeom>
              <a:avLst/>
              <a:gdLst/>
              <a:ahLst/>
              <a:cxnLst/>
              <a:rect l="l" t="t" r="r" b="b"/>
              <a:pathLst>
                <a:path w="12377" h="1" fill="none" extrusionOk="0">
                  <a:moveTo>
                    <a:pt x="1" y="0"/>
                  </a:moveTo>
                  <a:lnTo>
                    <a:pt x="12376" y="0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9832671" y="2105984"/>
              <a:ext cx="142674" cy="29"/>
            </a:xfrm>
            <a:custGeom>
              <a:avLst/>
              <a:gdLst/>
              <a:ahLst/>
              <a:cxnLst/>
              <a:rect l="l" t="t" r="r" b="b"/>
              <a:pathLst>
                <a:path w="4905" h="1" fill="none" extrusionOk="0">
                  <a:moveTo>
                    <a:pt x="1" y="1"/>
                  </a:moveTo>
                  <a:lnTo>
                    <a:pt x="4904" y="1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" name="Google Shape;347;p22"/>
          <p:cNvGrpSpPr/>
          <p:nvPr/>
        </p:nvGrpSpPr>
        <p:grpSpPr>
          <a:xfrm flipH="1">
            <a:off x="7058589" y="1071875"/>
            <a:ext cx="2085403" cy="2999739"/>
            <a:chOff x="7435625" y="1209875"/>
            <a:chExt cx="1470250" cy="2114875"/>
          </a:xfrm>
        </p:grpSpPr>
        <p:sp>
          <p:nvSpPr>
            <p:cNvPr id="348" name="Google Shape;348;p22"/>
            <p:cNvSpPr/>
            <p:nvPr/>
          </p:nvSpPr>
          <p:spPr>
            <a:xfrm>
              <a:off x="7658275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01" y="1"/>
                  </a:moveTo>
                  <a:cubicBezTo>
                    <a:pt x="168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168" y="101"/>
                    <a:pt x="401" y="101"/>
                  </a:cubicBezTo>
                  <a:lnTo>
                    <a:pt x="4404" y="101"/>
                  </a:lnTo>
                  <a:cubicBezTo>
                    <a:pt x="4637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37" y="1"/>
                    <a:pt x="4404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7494000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0" y="201"/>
                    <a:pt x="0" y="434"/>
                  </a:cubicBezTo>
                  <a:lnTo>
                    <a:pt x="0" y="501"/>
                  </a:lnTo>
                  <a:cubicBezTo>
                    <a:pt x="0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4"/>
                  </a:lnTo>
                  <a:cubicBezTo>
                    <a:pt x="4837" y="201"/>
                    <a:pt x="4637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7821725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71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71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7970175" y="3087075"/>
              <a:ext cx="106775" cy="109250"/>
            </a:xfrm>
            <a:custGeom>
              <a:avLst/>
              <a:gdLst/>
              <a:ahLst/>
              <a:cxnLst/>
              <a:rect l="l" t="t" r="r" b="b"/>
              <a:pathLst>
                <a:path w="4271" h="4370" extrusionOk="0">
                  <a:moveTo>
                    <a:pt x="2135" y="0"/>
                  </a:moveTo>
                  <a:cubicBezTo>
                    <a:pt x="968" y="0"/>
                    <a:pt x="0" y="967"/>
                    <a:pt x="0" y="2168"/>
                  </a:cubicBezTo>
                  <a:cubicBezTo>
                    <a:pt x="0" y="3403"/>
                    <a:pt x="968" y="4370"/>
                    <a:pt x="2135" y="4370"/>
                  </a:cubicBezTo>
                  <a:cubicBezTo>
                    <a:pt x="3336" y="4370"/>
                    <a:pt x="4270" y="3403"/>
                    <a:pt x="4270" y="2168"/>
                  </a:cubicBezTo>
                  <a:cubicBezTo>
                    <a:pt x="4270" y="967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7970175" y="3087075"/>
              <a:ext cx="106775" cy="106750"/>
            </a:xfrm>
            <a:custGeom>
              <a:avLst/>
              <a:gdLst/>
              <a:ahLst/>
              <a:cxnLst/>
              <a:rect l="l" t="t" r="r" b="b"/>
              <a:pathLst>
                <a:path w="4271" h="4270" extrusionOk="0">
                  <a:moveTo>
                    <a:pt x="2135" y="0"/>
                  </a:moveTo>
                  <a:cubicBezTo>
                    <a:pt x="968" y="0"/>
                    <a:pt x="0" y="934"/>
                    <a:pt x="0" y="2135"/>
                  </a:cubicBezTo>
                  <a:cubicBezTo>
                    <a:pt x="0" y="3302"/>
                    <a:pt x="968" y="4270"/>
                    <a:pt x="2135" y="4270"/>
                  </a:cubicBezTo>
                  <a:cubicBezTo>
                    <a:pt x="3336" y="4270"/>
                    <a:pt x="4270" y="3302"/>
                    <a:pt x="4270" y="2135"/>
                  </a:cubicBezTo>
                  <a:cubicBezTo>
                    <a:pt x="4270" y="934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B6BA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7980175" y="3096250"/>
              <a:ext cx="87600" cy="88400"/>
            </a:xfrm>
            <a:custGeom>
              <a:avLst/>
              <a:gdLst/>
              <a:ahLst/>
              <a:cxnLst/>
              <a:rect l="l" t="t" r="r" b="b"/>
              <a:pathLst>
                <a:path w="3504" h="3536" extrusionOk="0">
                  <a:moveTo>
                    <a:pt x="1735" y="0"/>
                  </a:moveTo>
                  <a:cubicBezTo>
                    <a:pt x="768" y="0"/>
                    <a:pt x="1" y="801"/>
                    <a:pt x="1" y="1768"/>
                  </a:cubicBezTo>
                  <a:cubicBezTo>
                    <a:pt x="1" y="2735"/>
                    <a:pt x="768" y="3536"/>
                    <a:pt x="1735" y="3536"/>
                  </a:cubicBezTo>
                  <a:cubicBezTo>
                    <a:pt x="2703" y="3536"/>
                    <a:pt x="3503" y="2735"/>
                    <a:pt x="3503" y="1768"/>
                  </a:cubicBezTo>
                  <a:cubicBezTo>
                    <a:pt x="3503" y="801"/>
                    <a:pt x="2703" y="0"/>
                    <a:pt x="1735" y="0"/>
                  </a:cubicBezTo>
                  <a:close/>
                </a:path>
              </a:pathLst>
            </a:custGeom>
            <a:solidFill>
              <a:srgbClr val="D0D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7980175" y="3139600"/>
              <a:ext cx="87600" cy="45050"/>
            </a:xfrm>
            <a:custGeom>
              <a:avLst/>
              <a:gdLst/>
              <a:ahLst/>
              <a:cxnLst/>
              <a:rect l="l" t="t" r="r" b="b"/>
              <a:pathLst>
                <a:path w="3504" h="1802" extrusionOk="0">
                  <a:moveTo>
                    <a:pt x="1" y="1"/>
                  </a:moveTo>
                  <a:cubicBezTo>
                    <a:pt x="1" y="1"/>
                    <a:pt x="1" y="34"/>
                    <a:pt x="1" y="34"/>
                  </a:cubicBezTo>
                  <a:cubicBezTo>
                    <a:pt x="1" y="1001"/>
                    <a:pt x="768" y="1802"/>
                    <a:pt x="1735" y="1802"/>
                  </a:cubicBezTo>
                  <a:cubicBezTo>
                    <a:pt x="2703" y="1802"/>
                    <a:pt x="3503" y="1001"/>
                    <a:pt x="3503" y="34"/>
                  </a:cubicBezTo>
                  <a:cubicBezTo>
                    <a:pt x="3503" y="34"/>
                    <a:pt x="3503" y="34"/>
                    <a:pt x="3503" y="1"/>
                  </a:cubicBezTo>
                  <a:cubicBezTo>
                    <a:pt x="3503" y="968"/>
                    <a:pt x="2703" y="1735"/>
                    <a:pt x="1735" y="1735"/>
                  </a:cubicBezTo>
                  <a:cubicBezTo>
                    <a:pt x="768" y="1735"/>
                    <a:pt x="1" y="968"/>
                    <a:pt x="1" y="1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7631600" y="2647575"/>
              <a:ext cx="102600" cy="30900"/>
            </a:xfrm>
            <a:custGeom>
              <a:avLst/>
              <a:gdLst/>
              <a:ahLst/>
              <a:cxnLst/>
              <a:rect l="l" t="t" r="r" b="b"/>
              <a:pathLst>
                <a:path w="4104" h="1236" extrusionOk="0">
                  <a:moveTo>
                    <a:pt x="634" y="1"/>
                  </a:moveTo>
                  <a:cubicBezTo>
                    <a:pt x="301" y="1"/>
                    <a:pt x="0" y="268"/>
                    <a:pt x="0" y="601"/>
                  </a:cubicBezTo>
                  <a:cubicBezTo>
                    <a:pt x="0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7753350" y="2647575"/>
              <a:ext cx="102600" cy="30900"/>
            </a:xfrm>
            <a:custGeom>
              <a:avLst/>
              <a:gdLst/>
              <a:ahLst/>
              <a:cxnLst/>
              <a:rect l="l" t="t" r="r" b="b"/>
              <a:pathLst>
                <a:path w="4104" h="1236" extrusionOk="0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7478150" y="2827700"/>
              <a:ext cx="664675" cy="30900"/>
            </a:xfrm>
            <a:custGeom>
              <a:avLst/>
              <a:gdLst/>
              <a:ahLst/>
              <a:cxnLst/>
              <a:rect l="l" t="t" r="r" b="b"/>
              <a:pathLst>
                <a:path w="26587" h="1236" extrusionOk="0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25953" y="1235"/>
                  </a:lnTo>
                  <a:cubicBezTo>
                    <a:pt x="26286" y="1235"/>
                    <a:pt x="26586" y="968"/>
                    <a:pt x="26586" y="601"/>
                  </a:cubicBezTo>
                  <a:cubicBezTo>
                    <a:pt x="26586" y="268"/>
                    <a:pt x="26286" y="1"/>
                    <a:pt x="25953" y="1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7977675" y="2891100"/>
              <a:ext cx="130125" cy="31700"/>
            </a:xfrm>
            <a:custGeom>
              <a:avLst/>
              <a:gdLst/>
              <a:ahLst/>
              <a:cxnLst/>
              <a:rect l="l" t="t" r="r" b="b"/>
              <a:pathLst>
                <a:path w="5205" h="1268" extrusionOk="0">
                  <a:moveTo>
                    <a:pt x="634" y="0"/>
                  </a:moveTo>
                  <a:cubicBezTo>
                    <a:pt x="267" y="0"/>
                    <a:pt x="1" y="300"/>
                    <a:pt x="1" y="634"/>
                  </a:cubicBezTo>
                  <a:cubicBezTo>
                    <a:pt x="1" y="1001"/>
                    <a:pt x="267" y="1268"/>
                    <a:pt x="634" y="1268"/>
                  </a:cubicBezTo>
                  <a:lnTo>
                    <a:pt x="4571" y="1268"/>
                  </a:lnTo>
                  <a:cubicBezTo>
                    <a:pt x="4937" y="1268"/>
                    <a:pt x="5204" y="1001"/>
                    <a:pt x="5204" y="634"/>
                  </a:cubicBezTo>
                  <a:cubicBezTo>
                    <a:pt x="5204" y="300"/>
                    <a:pt x="4937" y="0"/>
                    <a:pt x="4571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7840925" y="2891100"/>
              <a:ext cx="117600" cy="31700"/>
            </a:xfrm>
            <a:custGeom>
              <a:avLst/>
              <a:gdLst/>
              <a:ahLst/>
              <a:cxnLst/>
              <a:rect l="l" t="t" r="r" b="b"/>
              <a:pathLst>
                <a:path w="4704" h="1268" extrusionOk="0">
                  <a:moveTo>
                    <a:pt x="634" y="0"/>
                  </a:moveTo>
                  <a:cubicBezTo>
                    <a:pt x="300" y="0"/>
                    <a:pt x="0" y="300"/>
                    <a:pt x="0" y="634"/>
                  </a:cubicBezTo>
                  <a:cubicBezTo>
                    <a:pt x="0" y="1001"/>
                    <a:pt x="300" y="1268"/>
                    <a:pt x="634" y="1268"/>
                  </a:cubicBezTo>
                  <a:lnTo>
                    <a:pt x="4070" y="1268"/>
                  </a:lnTo>
                  <a:cubicBezTo>
                    <a:pt x="4437" y="1268"/>
                    <a:pt x="4703" y="1001"/>
                    <a:pt x="4703" y="634"/>
                  </a:cubicBezTo>
                  <a:cubicBezTo>
                    <a:pt x="4703" y="300"/>
                    <a:pt x="4403" y="0"/>
                    <a:pt x="4070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7735850" y="2445775"/>
              <a:ext cx="619625" cy="520400"/>
            </a:xfrm>
            <a:custGeom>
              <a:avLst/>
              <a:gdLst/>
              <a:ahLst/>
              <a:cxnLst/>
              <a:rect l="l" t="t" r="r" b="b"/>
              <a:pathLst>
                <a:path w="24785" h="20816" extrusionOk="0">
                  <a:moveTo>
                    <a:pt x="20815" y="0"/>
                  </a:moveTo>
                  <a:lnTo>
                    <a:pt x="0" y="20815"/>
                  </a:lnTo>
                  <a:lnTo>
                    <a:pt x="4303" y="20815"/>
                  </a:lnTo>
                  <a:lnTo>
                    <a:pt x="24584" y="534"/>
                  </a:lnTo>
                  <a:lnTo>
                    <a:pt x="24784" y="0"/>
                  </a:lnTo>
                  <a:close/>
                </a:path>
              </a:pathLst>
            </a:custGeom>
            <a:solidFill>
              <a:srgbClr val="E1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7435625" y="1671050"/>
              <a:ext cx="1062450" cy="1653700"/>
            </a:xfrm>
            <a:custGeom>
              <a:avLst/>
              <a:gdLst/>
              <a:ahLst/>
              <a:cxnLst/>
              <a:rect l="l" t="t" r="r" b="b"/>
              <a:pathLst>
                <a:path w="42498" h="66148" extrusionOk="0">
                  <a:moveTo>
                    <a:pt x="2169" y="1"/>
                  </a:moveTo>
                  <a:cubicBezTo>
                    <a:pt x="968" y="1"/>
                    <a:pt x="0" y="968"/>
                    <a:pt x="0" y="2169"/>
                  </a:cubicBezTo>
                  <a:lnTo>
                    <a:pt x="0" y="63980"/>
                  </a:lnTo>
                  <a:cubicBezTo>
                    <a:pt x="0" y="65181"/>
                    <a:pt x="968" y="66148"/>
                    <a:pt x="2169" y="66148"/>
                  </a:cubicBezTo>
                  <a:lnTo>
                    <a:pt x="40329" y="66148"/>
                  </a:lnTo>
                  <a:cubicBezTo>
                    <a:pt x="41530" y="66148"/>
                    <a:pt x="42497" y="65181"/>
                    <a:pt x="42497" y="63980"/>
                  </a:cubicBezTo>
                  <a:lnTo>
                    <a:pt x="42497" y="2169"/>
                  </a:lnTo>
                  <a:cubicBezTo>
                    <a:pt x="42497" y="968"/>
                    <a:pt x="41530" y="1"/>
                    <a:pt x="40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7435625" y="1671050"/>
              <a:ext cx="1062450" cy="150125"/>
            </a:xfrm>
            <a:custGeom>
              <a:avLst/>
              <a:gdLst/>
              <a:ahLst/>
              <a:cxnLst/>
              <a:rect l="l" t="t" r="r" b="b"/>
              <a:pathLst>
                <a:path w="42498" h="6005" extrusionOk="0">
                  <a:moveTo>
                    <a:pt x="1635" y="1"/>
                  </a:moveTo>
                  <a:cubicBezTo>
                    <a:pt x="734" y="1"/>
                    <a:pt x="0" y="734"/>
                    <a:pt x="0" y="1635"/>
                  </a:cubicBezTo>
                  <a:lnTo>
                    <a:pt x="0" y="6005"/>
                  </a:lnTo>
                  <a:lnTo>
                    <a:pt x="42497" y="6005"/>
                  </a:lnTo>
                  <a:lnTo>
                    <a:pt x="42497" y="1635"/>
                  </a:lnTo>
                  <a:cubicBezTo>
                    <a:pt x="42497" y="734"/>
                    <a:pt x="41764" y="1"/>
                    <a:pt x="40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7493175" y="1866200"/>
              <a:ext cx="949850" cy="1409350"/>
            </a:xfrm>
            <a:custGeom>
              <a:avLst/>
              <a:gdLst/>
              <a:ahLst/>
              <a:cxnLst/>
              <a:rect l="l" t="t" r="r" b="b"/>
              <a:pathLst>
                <a:path w="37994" h="56374" extrusionOk="0">
                  <a:moveTo>
                    <a:pt x="36259" y="56374"/>
                  </a:moveTo>
                  <a:lnTo>
                    <a:pt x="1768" y="56374"/>
                  </a:lnTo>
                  <a:cubicBezTo>
                    <a:pt x="801" y="56374"/>
                    <a:pt x="0" y="55607"/>
                    <a:pt x="0" y="54639"/>
                  </a:cubicBezTo>
                  <a:lnTo>
                    <a:pt x="0" y="1735"/>
                  </a:lnTo>
                  <a:cubicBezTo>
                    <a:pt x="0" y="767"/>
                    <a:pt x="801" y="0"/>
                    <a:pt x="1768" y="0"/>
                  </a:cubicBezTo>
                  <a:lnTo>
                    <a:pt x="36259" y="0"/>
                  </a:lnTo>
                  <a:cubicBezTo>
                    <a:pt x="37227" y="0"/>
                    <a:pt x="37994" y="767"/>
                    <a:pt x="37994" y="1735"/>
                  </a:cubicBezTo>
                  <a:lnTo>
                    <a:pt x="37994" y="54639"/>
                  </a:lnTo>
                  <a:cubicBezTo>
                    <a:pt x="37994" y="55607"/>
                    <a:pt x="37227" y="56374"/>
                    <a:pt x="36259" y="56374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7725000" y="1721075"/>
              <a:ext cx="50900" cy="25900"/>
            </a:xfrm>
            <a:custGeom>
              <a:avLst/>
              <a:gdLst/>
              <a:ahLst/>
              <a:cxnLst/>
              <a:rect l="l" t="t" r="r" b="b"/>
              <a:pathLst>
                <a:path w="2036" h="1036" extrusionOk="0">
                  <a:moveTo>
                    <a:pt x="1001" y="1"/>
                  </a:moveTo>
                  <a:cubicBezTo>
                    <a:pt x="434" y="1"/>
                    <a:pt x="0" y="435"/>
                    <a:pt x="0" y="1002"/>
                  </a:cubicBezTo>
                  <a:lnTo>
                    <a:pt x="0" y="1035"/>
                  </a:lnTo>
                  <a:cubicBezTo>
                    <a:pt x="0" y="468"/>
                    <a:pt x="434" y="1"/>
                    <a:pt x="1001" y="1"/>
                  </a:cubicBezTo>
                  <a:close/>
                  <a:moveTo>
                    <a:pt x="1001" y="1"/>
                  </a:moveTo>
                  <a:cubicBezTo>
                    <a:pt x="1568" y="1"/>
                    <a:pt x="2035" y="468"/>
                    <a:pt x="2035" y="1035"/>
                  </a:cubicBezTo>
                  <a:lnTo>
                    <a:pt x="2035" y="1002"/>
                  </a:lnTo>
                  <a:cubicBezTo>
                    <a:pt x="2035" y="435"/>
                    <a:pt x="1568" y="1"/>
                    <a:pt x="1001" y="1"/>
                  </a:cubicBezTo>
                  <a:close/>
                </a:path>
              </a:pathLst>
            </a:custGeom>
            <a:solidFill>
              <a:srgbClr val="84FA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7539025" y="2031300"/>
              <a:ext cx="674675" cy="15875"/>
            </a:xfrm>
            <a:custGeom>
              <a:avLst/>
              <a:gdLst/>
              <a:ahLst/>
              <a:cxnLst/>
              <a:rect l="l" t="t" r="r" b="b"/>
              <a:pathLst>
                <a:path w="2698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26686" y="635"/>
                  </a:lnTo>
                  <a:cubicBezTo>
                    <a:pt x="26853" y="635"/>
                    <a:pt x="26987" y="501"/>
                    <a:pt x="26987" y="301"/>
                  </a:cubicBezTo>
                  <a:cubicBezTo>
                    <a:pt x="26987" y="134"/>
                    <a:pt x="26853" y="1"/>
                    <a:pt x="2668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8255375" y="2031300"/>
              <a:ext cx="65075" cy="15875"/>
            </a:xfrm>
            <a:custGeom>
              <a:avLst/>
              <a:gdLst/>
              <a:ahLst/>
              <a:cxnLst/>
              <a:rect l="l" t="t" r="r" b="b"/>
              <a:pathLst>
                <a:path w="2603" h="635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01" y="635"/>
                  </a:cubicBezTo>
                  <a:lnTo>
                    <a:pt x="2269" y="635"/>
                  </a:lnTo>
                  <a:cubicBezTo>
                    <a:pt x="2436" y="635"/>
                    <a:pt x="2602" y="501"/>
                    <a:pt x="2602" y="301"/>
                  </a:cubicBezTo>
                  <a:cubicBezTo>
                    <a:pt x="2602" y="134"/>
                    <a:pt x="2436" y="1"/>
                    <a:pt x="2269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8345450" y="2031300"/>
              <a:ext cx="52550" cy="15875"/>
            </a:xfrm>
            <a:custGeom>
              <a:avLst/>
              <a:gdLst/>
              <a:ahLst/>
              <a:cxnLst/>
              <a:rect l="l" t="t" r="r" b="b"/>
              <a:pathLst>
                <a:path w="2102" h="635" extrusionOk="0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5"/>
                    <a:pt x="300" y="635"/>
                  </a:cubicBezTo>
                  <a:lnTo>
                    <a:pt x="1768" y="635"/>
                  </a:lnTo>
                  <a:cubicBezTo>
                    <a:pt x="1968" y="635"/>
                    <a:pt x="2102" y="501"/>
                    <a:pt x="2102" y="301"/>
                  </a:cubicBezTo>
                  <a:cubicBezTo>
                    <a:pt x="2102" y="134"/>
                    <a:pt x="1968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7539025" y="2105525"/>
              <a:ext cx="386150" cy="15875"/>
            </a:xfrm>
            <a:custGeom>
              <a:avLst/>
              <a:gdLst/>
              <a:ahLst/>
              <a:cxnLst/>
              <a:rect l="l" t="t" r="r" b="b"/>
              <a:pathLst>
                <a:path w="15446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5112" y="634"/>
                  </a:lnTo>
                  <a:cubicBezTo>
                    <a:pt x="15312" y="634"/>
                    <a:pt x="15445" y="501"/>
                    <a:pt x="15445" y="334"/>
                  </a:cubicBezTo>
                  <a:cubicBezTo>
                    <a:pt x="15445" y="134"/>
                    <a:pt x="15312" y="1"/>
                    <a:pt x="15112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7931800" y="2105525"/>
              <a:ext cx="121800" cy="15875"/>
            </a:xfrm>
            <a:custGeom>
              <a:avLst/>
              <a:gdLst/>
              <a:ahLst/>
              <a:cxnLst/>
              <a:rect l="l" t="t" r="r" b="b"/>
              <a:pathLst>
                <a:path w="4872" h="635" extrusionOk="0">
                  <a:moveTo>
                    <a:pt x="301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4571" y="634"/>
                  </a:lnTo>
                  <a:cubicBezTo>
                    <a:pt x="4738" y="634"/>
                    <a:pt x="4871" y="501"/>
                    <a:pt x="4871" y="334"/>
                  </a:cubicBezTo>
                  <a:cubicBezTo>
                    <a:pt x="4871" y="134"/>
                    <a:pt x="4738" y="1"/>
                    <a:pt x="4571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7971850" y="2148050"/>
              <a:ext cx="81750" cy="16700"/>
            </a:xfrm>
            <a:custGeom>
              <a:avLst/>
              <a:gdLst/>
              <a:ahLst/>
              <a:cxnLst/>
              <a:rect l="l" t="t" r="r" b="b"/>
              <a:pathLst>
                <a:path w="3270" h="668" extrusionOk="0">
                  <a:moveTo>
                    <a:pt x="334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34" y="668"/>
                  </a:cubicBezTo>
                  <a:lnTo>
                    <a:pt x="2969" y="668"/>
                  </a:lnTo>
                  <a:cubicBezTo>
                    <a:pt x="3136" y="668"/>
                    <a:pt x="3269" y="501"/>
                    <a:pt x="3269" y="334"/>
                  </a:cubicBezTo>
                  <a:cubicBezTo>
                    <a:pt x="3269" y="168"/>
                    <a:pt x="3136" y="1"/>
                    <a:pt x="296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7931800" y="2148050"/>
              <a:ext cx="24225" cy="16700"/>
            </a:xfrm>
            <a:custGeom>
              <a:avLst/>
              <a:gdLst/>
              <a:ahLst/>
              <a:cxnLst/>
              <a:rect l="l" t="t" r="r" b="b"/>
              <a:pathLst>
                <a:path w="969" h="668" extrusionOk="0">
                  <a:moveTo>
                    <a:pt x="335" y="1"/>
                  </a:moveTo>
                  <a:cubicBezTo>
                    <a:pt x="168" y="1"/>
                    <a:pt x="1" y="168"/>
                    <a:pt x="1" y="334"/>
                  </a:cubicBezTo>
                  <a:cubicBezTo>
                    <a:pt x="1" y="535"/>
                    <a:pt x="168" y="668"/>
                    <a:pt x="335" y="668"/>
                  </a:cubicBezTo>
                  <a:lnTo>
                    <a:pt x="635" y="668"/>
                  </a:lnTo>
                  <a:cubicBezTo>
                    <a:pt x="802" y="668"/>
                    <a:pt x="968" y="501"/>
                    <a:pt x="968" y="334"/>
                  </a:cubicBezTo>
                  <a:cubicBezTo>
                    <a:pt x="968" y="168"/>
                    <a:pt x="835" y="1"/>
                    <a:pt x="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7835900" y="2148050"/>
              <a:ext cx="73425" cy="16700"/>
            </a:xfrm>
            <a:custGeom>
              <a:avLst/>
              <a:gdLst/>
              <a:ahLst/>
              <a:cxnLst/>
              <a:rect l="l" t="t" r="r" b="b"/>
              <a:pathLst>
                <a:path w="2937" h="668" extrusionOk="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36" y="501"/>
                    <a:pt x="2936" y="334"/>
                  </a:cubicBezTo>
                  <a:cubicBezTo>
                    <a:pt x="2936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7731675" y="2148050"/>
              <a:ext cx="74250" cy="16700"/>
            </a:xfrm>
            <a:custGeom>
              <a:avLst/>
              <a:gdLst/>
              <a:ahLst/>
              <a:cxnLst/>
              <a:rect l="l" t="t" r="r" b="b"/>
              <a:pathLst>
                <a:path w="2970" h="668" extrusionOk="0">
                  <a:moveTo>
                    <a:pt x="300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00" y="668"/>
                  </a:cubicBezTo>
                  <a:lnTo>
                    <a:pt x="2635" y="668"/>
                  </a:lnTo>
                  <a:cubicBezTo>
                    <a:pt x="2802" y="668"/>
                    <a:pt x="2969" y="501"/>
                    <a:pt x="2936" y="334"/>
                  </a:cubicBezTo>
                  <a:cubicBezTo>
                    <a:pt x="2936" y="168"/>
                    <a:pt x="2802" y="1"/>
                    <a:pt x="2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7627425" y="2148050"/>
              <a:ext cx="74250" cy="16700"/>
            </a:xfrm>
            <a:custGeom>
              <a:avLst/>
              <a:gdLst/>
              <a:ahLst/>
              <a:cxnLst/>
              <a:rect l="l" t="t" r="r" b="b"/>
              <a:pathLst>
                <a:path w="2970" h="668" extrusionOk="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69" y="501"/>
                    <a:pt x="2969" y="334"/>
                  </a:cubicBezTo>
                  <a:cubicBezTo>
                    <a:pt x="2969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7627425" y="2200600"/>
              <a:ext cx="626300" cy="15875"/>
            </a:xfrm>
            <a:custGeom>
              <a:avLst/>
              <a:gdLst/>
              <a:ahLst/>
              <a:cxnLst/>
              <a:rect l="l" t="t" r="r" b="b"/>
              <a:pathLst>
                <a:path w="25052" h="635" extrusionOk="0">
                  <a:moveTo>
                    <a:pt x="301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24718" y="634"/>
                  </a:lnTo>
                  <a:cubicBezTo>
                    <a:pt x="24885" y="634"/>
                    <a:pt x="25052" y="501"/>
                    <a:pt x="25018" y="334"/>
                  </a:cubicBezTo>
                  <a:cubicBezTo>
                    <a:pt x="25018" y="134"/>
                    <a:pt x="24885" y="0"/>
                    <a:pt x="247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7539025" y="2148050"/>
              <a:ext cx="37550" cy="16700"/>
            </a:xfrm>
            <a:custGeom>
              <a:avLst/>
              <a:gdLst/>
              <a:ahLst/>
              <a:cxnLst/>
              <a:rect l="l" t="t" r="r" b="b"/>
              <a:pathLst>
                <a:path w="1502" h="668" extrusionOk="0">
                  <a:moveTo>
                    <a:pt x="334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8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7539025" y="2200600"/>
              <a:ext cx="37550" cy="15875"/>
            </a:xfrm>
            <a:custGeom>
              <a:avLst/>
              <a:gdLst/>
              <a:ahLst/>
              <a:cxnLst/>
              <a:rect l="l" t="t" r="r" b="b"/>
              <a:pathLst>
                <a:path w="1502" h="635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1"/>
                    <a:pt x="1468" y="334"/>
                  </a:cubicBezTo>
                  <a:cubicBezTo>
                    <a:pt x="1468" y="134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7539025" y="2252300"/>
              <a:ext cx="37550" cy="16700"/>
            </a:xfrm>
            <a:custGeom>
              <a:avLst/>
              <a:gdLst/>
              <a:ahLst/>
              <a:cxnLst/>
              <a:rect l="l" t="t" r="r" b="b"/>
              <a:pathLst>
                <a:path w="1502" h="668" extrusionOk="0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7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7539025" y="2304850"/>
              <a:ext cx="37550" cy="15850"/>
            </a:xfrm>
            <a:custGeom>
              <a:avLst/>
              <a:gdLst/>
              <a:ahLst/>
              <a:cxnLst/>
              <a:rect l="l" t="t" r="r" b="b"/>
              <a:pathLst>
                <a:path w="1502" h="634" extrusionOk="0">
                  <a:moveTo>
                    <a:pt x="334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0"/>
                    <a:pt x="1468" y="300"/>
                  </a:cubicBezTo>
                  <a:cubicBezTo>
                    <a:pt x="1468" y="133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8292075" y="2200600"/>
              <a:ext cx="91750" cy="15875"/>
            </a:xfrm>
            <a:custGeom>
              <a:avLst/>
              <a:gdLst/>
              <a:ahLst/>
              <a:cxnLst/>
              <a:rect l="l" t="t" r="r" b="b"/>
              <a:pathLst>
                <a:path w="3670" h="635" extrusionOk="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3336" y="634"/>
                  </a:lnTo>
                  <a:cubicBezTo>
                    <a:pt x="3503" y="634"/>
                    <a:pt x="3670" y="501"/>
                    <a:pt x="3670" y="334"/>
                  </a:cubicBezTo>
                  <a:cubicBezTo>
                    <a:pt x="3670" y="134"/>
                    <a:pt x="3536" y="0"/>
                    <a:pt x="3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7624925" y="2252300"/>
              <a:ext cx="264375" cy="16700"/>
            </a:xfrm>
            <a:custGeom>
              <a:avLst/>
              <a:gdLst/>
              <a:ahLst/>
              <a:cxnLst/>
              <a:rect l="l" t="t" r="r" b="b"/>
              <a:pathLst>
                <a:path w="10575" h="668" extrusionOk="0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0275" y="668"/>
                  </a:lnTo>
                  <a:cubicBezTo>
                    <a:pt x="10441" y="668"/>
                    <a:pt x="10575" y="501"/>
                    <a:pt x="10575" y="334"/>
                  </a:cubicBezTo>
                  <a:cubicBezTo>
                    <a:pt x="10575" y="167"/>
                    <a:pt x="10441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7971850" y="2412425"/>
              <a:ext cx="299400" cy="16700"/>
            </a:xfrm>
            <a:custGeom>
              <a:avLst/>
              <a:gdLst/>
              <a:ahLst/>
              <a:cxnLst/>
              <a:rect l="l" t="t" r="r" b="b"/>
              <a:pathLst>
                <a:path w="11976" h="668" extrusionOk="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0"/>
                    <a:pt x="134" y="667"/>
                    <a:pt x="300" y="667"/>
                  </a:cubicBezTo>
                  <a:lnTo>
                    <a:pt x="11642" y="667"/>
                  </a:lnTo>
                  <a:cubicBezTo>
                    <a:pt x="11842" y="667"/>
                    <a:pt x="11975" y="500"/>
                    <a:pt x="11975" y="334"/>
                  </a:cubicBezTo>
                  <a:cubicBezTo>
                    <a:pt x="11975" y="134"/>
                    <a:pt x="11842" y="0"/>
                    <a:pt x="116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8049400" y="2359050"/>
              <a:ext cx="221850" cy="16700"/>
            </a:xfrm>
            <a:custGeom>
              <a:avLst/>
              <a:gdLst/>
              <a:ahLst/>
              <a:cxnLst/>
              <a:rect l="l" t="t" r="r" b="b"/>
              <a:pathLst>
                <a:path w="8874" h="668" extrusionOk="0">
                  <a:moveTo>
                    <a:pt x="334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67"/>
                    <a:pt x="334" y="667"/>
                  </a:cubicBezTo>
                  <a:lnTo>
                    <a:pt x="8540" y="667"/>
                  </a:lnTo>
                  <a:cubicBezTo>
                    <a:pt x="8740" y="667"/>
                    <a:pt x="8873" y="501"/>
                    <a:pt x="8873" y="334"/>
                  </a:cubicBezTo>
                  <a:cubicBezTo>
                    <a:pt x="8873" y="134"/>
                    <a:pt x="8740" y="0"/>
                    <a:pt x="85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8173650" y="2304850"/>
              <a:ext cx="97600" cy="15850"/>
            </a:xfrm>
            <a:custGeom>
              <a:avLst/>
              <a:gdLst/>
              <a:ahLst/>
              <a:cxnLst/>
              <a:rect l="l" t="t" r="r" b="b"/>
              <a:pathLst>
                <a:path w="3904" h="634" extrusionOk="0">
                  <a:moveTo>
                    <a:pt x="301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01" y="634"/>
                  </a:cubicBezTo>
                  <a:lnTo>
                    <a:pt x="3570" y="634"/>
                  </a:lnTo>
                  <a:cubicBezTo>
                    <a:pt x="3770" y="634"/>
                    <a:pt x="3903" y="500"/>
                    <a:pt x="3903" y="300"/>
                  </a:cubicBezTo>
                  <a:cubicBezTo>
                    <a:pt x="3903" y="133"/>
                    <a:pt x="3770" y="0"/>
                    <a:pt x="35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7539025" y="1958750"/>
              <a:ext cx="312750" cy="15875"/>
            </a:xfrm>
            <a:custGeom>
              <a:avLst/>
              <a:gdLst/>
              <a:ahLst/>
              <a:cxnLst/>
              <a:rect l="l" t="t" r="r" b="b"/>
              <a:pathLst>
                <a:path w="1251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2176" y="635"/>
                  </a:lnTo>
                  <a:cubicBezTo>
                    <a:pt x="12376" y="635"/>
                    <a:pt x="12510" y="501"/>
                    <a:pt x="12510" y="334"/>
                  </a:cubicBezTo>
                  <a:cubicBezTo>
                    <a:pt x="12510" y="134"/>
                    <a:pt x="12376" y="1"/>
                    <a:pt x="12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7539025" y="2539175"/>
              <a:ext cx="505400" cy="16700"/>
            </a:xfrm>
            <a:custGeom>
              <a:avLst/>
              <a:gdLst/>
              <a:ahLst/>
              <a:cxnLst/>
              <a:rect l="l" t="t" r="r" b="b"/>
              <a:pathLst>
                <a:path w="20216" h="668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7539025" y="2603375"/>
              <a:ext cx="505400" cy="16725"/>
            </a:xfrm>
            <a:custGeom>
              <a:avLst/>
              <a:gdLst/>
              <a:ahLst/>
              <a:cxnLst/>
              <a:rect l="l" t="t" r="r" b="b"/>
              <a:pathLst>
                <a:path w="20216" h="669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7539025" y="2667600"/>
              <a:ext cx="504550" cy="16700"/>
            </a:xfrm>
            <a:custGeom>
              <a:avLst/>
              <a:gdLst/>
              <a:ahLst/>
              <a:cxnLst/>
              <a:rect l="l" t="t" r="r" b="b"/>
              <a:pathLst>
                <a:path w="20182" h="668" extrusionOk="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182" y="501"/>
                    <a:pt x="20182" y="334"/>
                  </a:cubicBezTo>
                  <a:cubicBezTo>
                    <a:pt x="20182" y="167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7539025" y="3051200"/>
              <a:ext cx="504550" cy="15875"/>
            </a:xfrm>
            <a:custGeom>
              <a:avLst/>
              <a:gdLst/>
              <a:ahLst/>
              <a:cxnLst/>
              <a:rect l="l" t="t" r="r" b="b"/>
              <a:pathLst>
                <a:path w="20182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9882" y="635"/>
                  </a:lnTo>
                  <a:cubicBezTo>
                    <a:pt x="20048" y="635"/>
                    <a:pt x="20182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7998525" y="2464950"/>
              <a:ext cx="150125" cy="15875"/>
            </a:xfrm>
            <a:custGeom>
              <a:avLst/>
              <a:gdLst/>
              <a:ahLst/>
              <a:cxnLst/>
              <a:rect l="l" t="t" r="r" b="b"/>
              <a:pathLst>
                <a:path w="6005" h="635" extrusionOk="0">
                  <a:moveTo>
                    <a:pt x="334" y="1"/>
                  </a:moveTo>
                  <a:cubicBezTo>
                    <a:pt x="167" y="1"/>
                    <a:pt x="1" y="134"/>
                    <a:pt x="1" y="334"/>
                  </a:cubicBezTo>
                  <a:cubicBezTo>
                    <a:pt x="1" y="501"/>
                    <a:pt x="167" y="634"/>
                    <a:pt x="334" y="634"/>
                  </a:cubicBezTo>
                  <a:lnTo>
                    <a:pt x="5671" y="634"/>
                  </a:lnTo>
                  <a:cubicBezTo>
                    <a:pt x="5838" y="634"/>
                    <a:pt x="6005" y="501"/>
                    <a:pt x="6005" y="334"/>
                  </a:cubicBezTo>
                  <a:cubicBezTo>
                    <a:pt x="6005" y="134"/>
                    <a:pt x="5838" y="1"/>
                    <a:pt x="5671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8197825" y="2464950"/>
              <a:ext cx="200175" cy="15875"/>
            </a:xfrm>
            <a:custGeom>
              <a:avLst/>
              <a:gdLst/>
              <a:ahLst/>
              <a:cxnLst/>
              <a:rect l="l" t="t" r="r" b="b"/>
              <a:pathLst>
                <a:path w="800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7673" y="634"/>
                  </a:lnTo>
                  <a:cubicBezTo>
                    <a:pt x="7873" y="634"/>
                    <a:pt x="8007" y="501"/>
                    <a:pt x="8007" y="334"/>
                  </a:cubicBezTo>
                  <a:cubicBezTo>
                    <a:pt x="8007" y="134"/>
                    <a:pt x="7873" y="1"/>
                    <a:pt x="7673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8197825" y="2539175"/>
              <a:ext cx="200175" cy="16700"/>
            </a:xfrm>
            <a:custGeom>
              <a:avLst/>
              <a:gdLst/>
              <a:ahLst/>
              <a:cxnLst/>
              <a:rect l="l" t="t" r="r" b="b"/>
              <a:pathLst>
                <a:path w="8007" h="668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7673" y="668"/>
                  </a:lnTo>
                  <a:cubicBezTo>
                    <a:pt x="7873" y="668"/>
                    <a:pt x="8007" y="501"/>
                    <a:pt x="8007" y="334"/>
                  </a:cubicBezTo>
                  <a:cubicBezTo>
                    <a:pt x="8007" y="134"/>
                    <a:pt x="7873" y="0"/>
                    <a:pt x="7673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7539025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70" y="501"/>
                    <a:pt x="3070" y="301"/>
                  </a:cubicBezTo>
                  <a:cubicBezTo>
                    <a:pt x="3070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7539025" y="3197150"/>
              <a:ext cx="76750" cy="16700"/>
            </a:xfrm>
            <a:custGeom>
              <a:avLst/>
              <a:gdLst/>
              <a:ahLst/>
              <a:cxnLst/>
              <a:rect l="l" t="t" r="r" b="b"/>
              <a:pathLst>
                <a:path w="3070" h="668" extrusionOk="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7"/>
                    <a:pt x="334" y="667"/>
                  </a:cubicBezTo>
                  <a:lnTo>
                    <a:pt x="2736" y="667"/>
                  </a:lnTo>
                  <a:cubicBezTo>
                    <a:pt x="2903" y="667"/>
                    <a:pt x="3070" y="501"/>
                    <a:pt x="3070" y="334"/>
                  </a:cubicBezTo>
                  <a:cubicBezTo>
                    <a:pt x="3070" y="167"/>
                    <a:pt x="2903" y="0"/>
                    <a:pt x="2736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7635775" y="3197150"/>
              <a:ext cx="469525" cy="16700"/>
            </a:xfrm>
            <a:custGeom>
              <a:avLst/>
              <a:gdLst/>
              <a:ahLst/>
              <a:cxnLst/>
              <a:rect l="l" t="t" r="r" b="b"/>
              <a:pathLst>
                <a:path w="18781" h="668" extrusionOk="0">
                  <a:moveTo>
                    <a:pt x="300" y="0"/>
                  </a:moveTo>
                  <a:cubicBezTo>
                    <a:pt x="134" y="0"/>
                    <a:pt x="0" y="167"/>
                    <a:pt x="0" y="334"/>
                  </a:cubicBezTo>
                  <a:cubicBezTo>
                    <a:pt x="0" y="501"/>
                    <a:pt x="134" y="667"/>
                    <a:pt x="300" y="667"/>
                  </a:cubicBezTo>
                  <a:lnTo>
                    <a:pt x="18447" y="667"/>
                  </a:lnTo>
                  <a:cubicBezTo>
                    <a:pt x="18647" y="667"/>
                    <a:pt x="18780" y="501"/>
                    <a:pt x="18780" y="334"/>
                  </a:cubicBezTo>
                  <a:cubicBezTo>
                    <a:pt x="18780" y="167"/>
                    <a:pt x="18647" y="0"/>
                    <a:pt x="18447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7657450" y="3148775"/>
              <a:ext cx="75900" cy="15875"/>
            </a:xfrm>
            <a:custGeom>
              <a:avLst/>
              <a:gdLst/>
              <a:ahLst/>
              <a:cxnLst/>
              <a:rect l="l" t="t" r="r" b="b"/>
              <a:pathLst>
                <a:path w="3036" h="635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7775025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68" y="1"/>
                    <a:pt x="1" y="134"/>
                    <a:pt x="1" y="301"/>
                  </a:cubicBezTo>
                  <a:cubicBezTo>
                    <a:pt x="1" y="501"/>
                    <a:pt x="168" y="634"/>
                    <a:pt x="334" y="634"/>
                  </a:cubicBezTo>
                  <a:lnTo>
                    <a:pt x="2736" y="634"/>
                  </a:lnTo>
                  <a:cubicBezTo>
                    <a:pt x="2936" y="634"/>
                    <a:pt x="3070" y="501"/>
                    <a:pt x="3070" y="301"/>
                  </a:cubicBezTo>
                  <a:cubicBezTo>
                    <a:pt x="3070" y="134"/>
                    <a:pt x="2936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7893450" y="3148775"/>
              <a:ext cx="75925" cy="15875"/>
            </a:xfrm>
            <a:custGeom>
              <a:avLst/>
              <a:gdLst/>
              <a:ahLst/>
              <a:cxnLst/>
              <a:rect l="l" t="t" r="r" b="b"/>
              <a:pathLst>
                <a:path w="303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8011875" y="3148775"/>
              <a:ext cx="75900" cy="15875"/>
            </a:xfrm>
            <a:custGeom>
              <a:avLst/>
              <a:gdLst/>
              <a:ahLst/>
              <a:cxnLst/>
              <a:rect l="l" t="t" r="r" b="b"/>
              <a:pathLst>
                <a:path w="3036" h="635" extrusionOk="0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2702" y="634"/>
                  </a:lnTo>
                  <a:cubicBezTo>
                    <a:pt x="2902" y="634"/>
                    <a:pt x="3036" y="501"/>
                    <a:pt x="3036" y="301"/>
                  </a:cubicBezTo>
                  <a:cubicBezTo>
                    <a:pt x="3036" y="134"/>
                    <a:pt x="2902" y="1"/>
                    <a:pt x="27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8129450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69" y="501"/>
                    <a:pt x="3069" y="301"/>
                  </a:cubicBezTo>
                  <a:cubicBezTo>
                    <a:pt x="3069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8247875" y="3148775"/>
              <a:ext cx="51725" cy="15875"/>
            </a:xfrm>
            <a:custGeom>
              <a:avLst/>
              <a:gdLst/>
              <a:ahLst/>
              <a:cxnLst/>
              <a:rect l="l" t="t" r="r" b="b"/>
              <a:pathLst>
                <a:path w="2069" h="635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1768" y="634"/>
                  </a:lnTo>
                  <a:cubicBezTo>
                    <a:pt x="1935" y="634"/>
                    <a:pt x="2068" y="501"/>
                    <a:pt x="2068" y="301"/>
                  </a:cubicBezTo>
                  <a:cubicBezTo>
                    <a:pt x="2068" y="134"/>
                    <a:pt x="1935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8089425" y="1209875"/>
              <a:ext cx="816450" cy="748075"/>
            </a:xfrm>
            <a:custGeom>
              <a:avLst/>
              <a:gdLst/>
              <a:ahLst/>
              <a:cxnLst/>
              <a:rect l="l" t="t" r="r" b="b"/>
              <a:pathLst>
                <a:path w="32658" h="29923" extrusionOk="0">
                  <a:moveTo>
                    <a:pt x="1335" y="1"/>
                  </a:moveTo>
                  <a:cubicBezTo>
                    <a:pt x="601" y="1"/>
                    <a:pt x="0" y="601"/>
                    <a:pt x="0" y="1302"/>
                  </a:cubicBezTo>
                  <a:lnTo>
                    <a:pt x="0" y="28621"/>
                  </a:lnTo>
                  <a:cubicBezTo>
                    <a:pt x="0" y="29355"/>
                    <a:pt x="601" y="29922"/>
                    <a:pt x="1335" y="29922"/>
                  </a:cubicBezTo>
                  <a:lnTo>
                    <a:pt x="31356" y="29922"/>
                  </a:lnTo>
                  <a:cubicBezTo>
                    <a:pt x="32090" y="29922"/>
                    <a:pt x="32657" y="29355"/>
                    <a:pt x="32657" y="28621"/>
                  </a:cubicBezTo>
                  <a:lnTo>
                    <a:pt x="32657" y="1302"/>
                  </a:lnTo>
                  <a:cubicBezTo>
                    <a:pt x="32657" y="601"/>
                    <a:pt x="32090" y="1"/>
                    <a:pt x="31356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8134450" y="1359150"/>
              <a:ext cx="729725" cy="561275"/>
            </a:xfrm>
            <a:custGeom>
              <a:avLst/>
              <a:gdLst/>
              <a:ahLst/>
              <a:cxnLst/>
              <a:rect l="l" t="t" r="r" b="b"/>
              <a:pathLst>
                <a:path w="29189" h="22451" extrusionOk="0">
                  <a:moveTo>
                    <a:pt x="28188" y="22450"/>
                  </a:moveTo>
                  <a:lnTo>
                    <a:pt x="1001" y="22450"/>
                  </a:lnTo>
                  <a:cubicBezTo>
                    <a:pt x="434" y="22450"/>
                    <a:pt x="1" y="22017"/>
                    <a:pt x="1" y="21450"/>
                  </a:cubicBezTo>
                  <a:lnTo>
                    <a:pt x="1" y="1002"/>
                  </a:lnTo>
                  <a:cubicBezTo>
                    <a:pt x="1" y="468"/>
                    <a:pt x="434" y="1"/>
                    <a:pt x="1001" y="1"/>
                  </a:cubicBezTo>
                  <a:lnTo>
                    <a:pt x="28188" y="1"/>
                  </a:lnTo>
                  <a:cubicBezTo>
                    <a:pt x="28755" y="1"/>
                    <a:pt x="29188" y="468"/>
                    <a:pt x="29188" y="1002"/>
                  </a:cubicBezTo>
                  <a:lnTo>
                    <a:pt x="29188" y="21450"/>
                  </a:lnTo>
                  <a:cubicBezTo>
                    <a:pt x="29188" y="22017"/>
                    <a:pt x="28755" y="22450"/>
                    <a:pt x="28188" y="22450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8169475" y="1485925"/>
              <a:ext cx="518725" cy="12525"/>
            </a:xfrm>
            <a:custGeom>
              <a:avLst/>
              <a:gdLst/>
              <a:ahLst/>
              <a:cxnLst/>
              <a:rect l="l" t="t" r="r" b="b"/>
              <a:pathLst>
                <a:path w="20749" h="501" extrusionOk="0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0482" y="501"/>
                  </a:lnTo>
                  <a:cubicBezTo>
                    <a:pt x="20615" y="501"/>
                    <a:pt x="20749" y="401"/>
                    <a:pt x="20716" y="267"/>
                  </a:cubicBezTo>
                  <a:cubicBezTo>
                    <a:pt x="20716" y="134"/>
                    <a:pt x="20615" y="0"/>
                    <a:pt x="20482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8719875" y="1485925"/>
              <a:ext cx="50050" cy="12525"/>
            </a:xfrm>
            <a:custGeom>
              <a:avLst/>
              <a:gdLst/>
              <a:ahLst/>
              <a:cxnLst/>
              <a:rect l="l" t="t" r="r" b="b"/>
              <a:pathLst>
                <a:path w="2002" h="501" extrusionOk="0">
                  <a:moveTo>
                    <a:pt x="234" y="0"/>
                  </a:moveTo>
                  <a:cubicBezTo>
                    <a:pt x="101" y="0"/>
                    <a:pt x="0" y="134"/>
                    <a:pt x="0" y="267"/>
                  </a:cubicBezTo>
                  <a:cubicBezTo>
                    <a:pt x="0" y="401"/>
                    <a:pt x="101" y="501"/>
                    <a:pt x="234" y="501"/>
                  </a:cubicBezTo>
                  <a:lnTo>
                    <a:pt x="1735" y="501"/>
                  </a:lnTo>
                  <a:cubicBezTo>
                    <a:pt x="1868" y="501"/>
                    <a:pt x="2002" y="401"/>
                    <a:pt x="2002" y="267"/>
                  </a:cubicBezTo>
                  <a:cubicBezTo>
                    <a:pt x="2002" y="134"/>
                    <a:pt x="1868" y="0"/>
                    <a:pt x="173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2"/>
            <p:cNvSpPr/>
            <p:nvPr/>
          </p:nvSpPr>
          <p:spPr>
            <a:xfrm>
              <a:off x="8169475" y="1543450"/>
              <a:ext cx="296900" cy="12550"/>
            </a:xfrm>
            <a:custGeom>
              <a:avLst/>
              <a:gdLst/>
              <a:ahLst/>
              <a:cxnLst/>
              <a:rect l="l" t="t" r="r" b="b"/>
              <a:pathLst>
                <a:path w="11876" h="502" extrusionOk="0">
                  <a:moveTo>
                    <a:pt x="234" y="1"/>
                  </a:moveTo>
                  <a:cubicBezTo>
                    <a:pt x="101" y="1"/>
                    <a:pt x="1" y="134"/>
                    <a:pt x="1" y="268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11609" y="501"/>
                  </a:lnTo>
                  <a:cubicBezTo>
                    <a:pt x="11742" y="501"/>
                    <a:pt x="11876" y="401"/>
                    <a:pt x="11876" y="268"/>
                  </a:cubicBezTo>
                  <a:cubicBezTo>
                    <a:pt x="11876" y="134"/>
                    <a:pt x="11742" y="1"/>
                    <a:pt x="1160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8470525" y="1543450"/>
              <a:ext cx="94275" cy="12550"/>
            </a:xfrm>
            <a:custGeom>
              <a:avLst/>
              <a:gdLst/>
              <a:ahLst/>
              <a:cxnLst/>
              <a:rect l="l" t="t" r="r" b="b"/>
              <a:pathLst>
                <a:path w="3771" h="502" extrusionOk="0">
                  <a:moveTo>
                    <a:pt x="268" y="1"/>
                  </a:moveTo>
                  <a:cubicBezTo>
                    <a:pt x="134" y="1"/>
                    <a:pt x="1" y="134"/>
                    <a:pt x="1" y="268"/>
                  </a:cubicBezTo>
                  <a:cubicBezTo>
                    <a:pt x="1" y="401"/>
                    <a:pt x="134" y="501"/>
                    <a:pt x="268" y="501"/>
                  </a:cubicBezTo>
                  <a:lnTo>
                    <a:pt x="3537" y="501"/>
                  </a:lnTo>
                  <a:cubicBezTo>
                    <a:pt x="3670" y="501"/>
                    <a:pt x="3770" y="401"/>
                    <a:pt x="3770" y="268"/>
                  </a:cubicBezTo>
                  <a:cubicBezTo>
                    <a:pt x="3770" y="134"/>
                    <a:pt x="3670" y="1"/>
                    <a:pt x="3537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8502225" y="1576825"/>
              <a:ext cx="62575" cy="11700"/>
            </a:xfrm>
            <a:custGeom>
              <a:avLst/>
              <a:gdLst/>
              <a:ahLst/>
              <a:cxnLst/>
              <a:rect l="l" t="t" r="r" b="b"/>
              <a:pathLst>
                <a:path w="2503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269" y="467"/>
                  </a:lnTo>
                  <a:cubicBezTo>
                    <a:pt x="2402" y="467"/>
                    <a:pt x="2502" y="367"/>
                    <a:pt x="2502" y="234"/>
                  </a:cubicBezTo>
                  <a:cubicBezTo>
                    <a:pt x="2502" y="100"/>
                    <a:pt x="2402" y="0"/>
                    <a:pt x="2269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8471375" y="1576825"/>
              <a:ext cx="18350" cy="11700"/>
            </a:xfrm>
            <a:custGeom>
              <a:avLst/>
              <a:gdLst/>
              <a:ahLst/>
              <a:cxnLst/>
              <a:rect l="l" t="t" r="r" b="b"/>
              <a:pathLst>
                <a:path w="734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467" y="467"/>
                  </a:lnTo>
                  <a:cubicBezTo>
                    <a:pt x="600" y="467"/>
                    <a:pt x="734" y="367"/>
                    <a:pt x="734" y="234"/>
                  </a:cubicBezTo>
                  <a:cubicBezTo>
                    <a:pt x="734" y="100"/>
                    <a:pt x="600" y="0"/>
                    <a:pt x="467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8397150" y="1576825"/>
              <a:ext cx="56725" cy="11700"/>
            </a:xfrm>
            <a:custGeom>
              <a:avLst/>
              <a:gdLst/>
              <a:ahLst/>
              <a:cxnLst/>
              <a:rect l="l" t="t" r="r" b="b"/>
              <a:pathLst>
                <a:path w="2269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035" y="467"/>
                  </a:lnTo>
                  <a:cubicBezTo>
                    <a:pt x="2168" y="467"/>
                    <a:pt x="2269" y="367"/>
                    <a:pt x="2269" y="234"/>
                  </a:cubicBezTo>
                  <a:cubicBezTo>
                    <a:pt x="2269" y="100"/>
                    <a:pt x="2168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8317075" y="1576825"/>
              <a:ext cx="56750" cy="11700"/>
            </a:xfrm>
            <a:custGeom>
              <a:avLst/>
              <a:gdLst/>
              <a:ahLst/>
              <a:cxnLst/>
              <a:rect l="l" t="t" r="r" b="b"/>
              <a:pathLst>
                <a:path w="2270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6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6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8237025" y="1576825"/>
              <a:ext cx="56725" cy="11700"/>
            </a:xfrm>
            <a:custGeom>
              <a:avLst/>
              <a:gdLst/>
              <a:ahLst/>
              <a:cxnLst/>
              <a:rect l="l" t="t" r="r" b="b"/>
              <a:pathLst>
                <a:path w="2269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5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8237025" y="1616850"/>
              <a:ext cx="481200" cy="11700"/>
            </a:xfrm>
            <a:custGeom>
              <a:avLst/>
              <a:gdLst/>
              <a:ahLst/>
              <a:cxnLst/>
              <a:rect l="l" t="t" r="r" b="b"/>
              <a:pathLst>
                <a:path w="19248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19014" y="467"/>
                  </a:lnTo>
                  <a:cubicBezTo>
                    <a:pt x="19148" y="467"/>
                    <a:pt x="19248" y="367"/>
                    <a:pt x="19248" y="234"/>
                  </a:cubicBezTo>
                  <a:cubicBezTo>
                    <a:pt x="19248" y="100"/>
                    <a:pt x="19148" y="0"/>
                    <a:pt x="190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8169475" y="1576825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8169475" y="1616850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8169475" y="1656875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1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8747400" y="1616850"/>
              <a:ext cx="70900" cy="11700"/>
            </a:xfrm>
            <a:custGeom>
              <a:avLst/>
              <a:gdLst/>
              <a:ahLst/>
              <a:cxnLst/>
              <a:rect l="l" t="t" r="r" b="b"/>
              <a:pathLst>
                <a:path w="2836" h="468" extrusionOk="0">
                  <a:moveTo>
                    <a:pt x="267" y="0"/>
                  </a:moveTo>
                  <a:cubicBezTo>
                    <a:pt x="134" y="0"/>
                    <a:pt x="0" y="100"/>
                    <a:pt x="0" y="234"/>
                  </a:cubicBezTo>
                  <a:cubicBezTo>
                    <a:pt x="0" y="367"/>
                    <a:pt x="134" y="467"/>
                    <a:pt x="267" y="467"/>
                  </a:cubicBezTo>
                  <a:lnTo>
                    <a:pt x="2602" y="467"/>
                  </a:lnTo>
                  <a:cubicBezTo>
                    <a:pt x="2736" y="467"/>
                    <a:pt x="2836" y="367"/>
                    <a:pt x="2836" y="234"/>
                  </a:cubicBezTo>
                  <a:cubicBezTo>
                    <a:pt x="2836" y="100"/>
                    <a:pt x="2736" y="0"/>
                    <a:pt x="26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8235350" y="1656875"/>
              <a:ext cx="203525" cy="11700"/>
            </a:xfrm>
            <a:custGeom>
              <a:avLst/>
              <a:gdLst/>
              <a:ahLst/>
              <a:cxnLst/>
              <a:rect l="l" t="t" r="r" b="b"/>
              <a:pathLst>
                <a:path w="8141" h="468" extrusionOk="0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7873" y="467"/>
                  </a:lnTo>
                  <a:cubicBezTo>
                    <a:pt x="8007" y="467"/>
                    <a:pt x="8140" y="367"/>
                    <a:pt x="8140" y="234"/>
                  </a:cubicBezTo>
                  <a:cubicBezTo>
                    <a:pt x="8140" y="101"/>
                    <a:pt x="8007" y="0"/>
                    <a:pt x="78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8502225" y="1708575"/>
              <a:ext cx="229350" cy="12525"/>
            </a:xfrm>
            <a:custGeom>
              <a:avLst/>
              <a:gdLst/>
              <a:ahLst/>
              <a:cxnLst/>
              <a:rect l="l" t="t" r="r" b="b"/>
              <a:pathLst>
                <a:path w="9174" h="501" extrusionOk="0">
                  <a:moveTo>
                    <a:pt x="234" y="1"/>
                  </a:moveTo>
                  <a:cubicBezTo>
                    <a:pt x="100" y="1"/>
                    <a:pt x="0" y="134"/>
                    <a:pt x="0" y="267"/>
                  </a:cubicBezTo>
                  <a:cubicBezTo>
                    <a:pt x="0" y="401"/>
                    <a:pt x="100" y="501"/>
                    <a:pt x="234" y="501"/>
                  </a:cubicBezTo>
                  <a:lnTo>
                    <a:pt x="8940" y="501"/>
                  </a:lnTo>
                  <a:cubicBezTo>
                    <a:pt x="9073" y="501"/>
                    <a:pt x="9173" y="401"/>
                    <a:pt x="9173" y="267"/>
                  </a:cubicBezTo>
                  <a:cubicBezTo>
                    <a:pt x="9173" y="134"/>
                    <a:pt x="9073" y="1"/>
                    <a:pt x="89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8656500" y="1681050"/>
              <a:ext cx="75075" cy="12550"/>
            </a:xfrm>
            <a:custGeom>
              <a:avLst/>
              <a:gdLst/>
              <a:ahLst/>
              <a:cxnLst/>
              <a:rect l="l" t="t" r="r" b="b"/>
              <a:pathLst>
                <a:path w="3003" h="502" extrusionOk="0">
                  <a:moveTo>
                    <a:pt x="267" y="1"/>
                  </a:moveTo>
                  <a:cubicBezTo>
                    <a:pt x="134" y="1"/>
                    <a:pt x="0" y="101"/>
                    <a:pt x="0" y="268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2769" y="501"/>
                  </a:lnTo>
                  <a:cubicBezTo>
                    <a:pt x="2902" y="501"/>
                    <a:pt x="3002" y="401"/>
                    <a:pt x="3002" y="268"/>
                  </a:cubicBezTo>
                  <a:cubicBezTo>
                    <a:pt x="3002" y="101"/>
                    <a:pt x="2902" y="1"/>
                    <a:pt x="2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8169475" y="1430875"/>
              <a:ext cx="240200" cy="12550"/>
            </a:xfrm>
            <a:custGeom>
              <a:avLst/>
              <a:gdLst/>
              <a:ahLst/>
              <a:cxnLst/>
              <a:rect l="l" t="t" r="r" b="b"/>
              <a:pathLst>
                <a:path w="9608" h="502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501"/>
                    <a:pt x="234" y="501"/>
                  </a:cubicBezTo>
                  <a:lnTo>
                    <a:pt x="9341" y="501"/>
                  </a:lnTo>
                  <a:cubicBezTo>
                    <a:pt x="9474" y="501"/>
                    <a:pt x="9608" y="368"/>
                    <a:pt x="9608" y="234"/>
                  </a:cubicBezTo>
                  <a:cubicBezTo>
                    <a:pt x="9608" y="101"/>
                    <a:pt x="9474" y="1"/>
                    <a:pt x="93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8169475" y="1821150"/>
              <a:ext cx="387800" cy="11700"/>
            </a:xfrm>
            <a:custGeom>
              <a:avLst/>
              <a:gdLst/>
              <a:ahLst/>
              <a:cxnLst/>
              <a:rect l="l" t="t" r="r" b="b"/>
              <a:pathLst>
                <a:path w="15512" h="468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468"/>
                    <a:pt x="234" y="468"/>
                  </a:cubicBezTo>
                  <a:lnTo>
                    <a:pt x="15278" y="468"/>
                  </a:lnTo>
                  <a:cubicBezTo>
                    <a:pt x="15412" y="468"/>
                    <a:pt x="15512" y="368"/>
                    <a:pt x="15512" y="234"/>
                  </a:cubicBezTo>
                  <a:cubicBezTo>
                    <a:pt x="15512" y="101"/>
                    <a:pt x="15412" y="1"/>
                    <a:pt x="152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8522225" y="1749450"/>
              <a:ext cx="115125" cy="11700"/>
            </a:xfrm>
            <a:custGeom>
              <a:avLst/>
              <a:gdLst/>
              <a:ahLst/>
              <a:cxnLst/>
              <a:rect l="l" t="t" r="r" b="b"/>
              <a:pathLst>
                <a:path w="4605" h="468" extrusionOk="0">
                  <a:moveTo>
                    <a:pt x="268" y="0"/>
                  </a:moveTo>
                  <a:cubicBezTo>
                    <a:pt x="134" y="0"/>
                    <a:pt x="1" y="100"/>
                    <a:pt x="1" y="234"/>
                  </a:cubicBezTo>
                  <a:cubicBezTo>
                    <a:pt x="1" y="367"/>
                    <a:pt x="134" y="467"/>
                    <a:pt x="268" y="467"/>
                  </a:cubicBezTo>
                  <a:lnTo>
                    <a:pt x="4371" y="467"/>
                  </a:lnTo>
                  <a:cubicBezTo>
                    <a:pt x="4504" y="467"/>
                    <a:pt x="4604" y="367"/>
                    <a:pt x="4604" y="234"/>
                  </a:cubicBezTo>
                  <a:cubicBezTo>
                    <a:pt x="4604" y="100"/>
                    <a:pt x="4504" y="0"/>
                    <a:pt x="4371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8675675" y="1749450"/>
              <a:ext cx="153475" cy="11700"/>
            </a:xfrm>
            <a:custGeom>
              <a:avLst/>
              <a:gdLst/>
              <a:ahLst/>
              <a:cxnLst/>
              <a:rect l="l" t="t" r="r" b="b"/>
              <a:pathLst>
                <a:path w="6139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5905" y="467"/>
                  </a:lnTo>
                  <a:cubicBezTo>
                    <a:pt x="6038" y="467"/>
                    <a:pt x="6138" y="367"/>
                    <a:pt x="6138" y="234"/>
                  </a:cubicBezTo>
                  <a:cubicBezTo>
                    <a:pt x="6138" y="100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8675675" y="1806150"/>
              <a:ext cx="153475" cy="12525"/>
            </a:xfrm>
            <a:custGeom>
              <a:avLst/>
              <a:gdLst/>
              <a:ahLst/>
              <a:cxnLst/>
              <a:rect l="l" t="t" r="r" b="b"/>
              <a:pathLst>
                <a:path w="6139" h="501" extrusionOk="0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5905" y="501"/>
                  </a:lnTo>
                  <a:cubicBezTo>
                    <a:pt x="6038" y="501"/>
                    <a:pt x="6138" y="401"/>
                    <a:pt x="6138" y="267"/>
                  </a:cubicBezTo>
                  <a:cubicBezTo>
                    <a:pt x="6138" y="134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8169475" y="1860350"/>
              <a:ext cx="58400" cy="12525"/>
            </a:xfrm>
            <a:custGeom>
              <a:avLst/>
              <a:gdLst/>
              <a:ahLst/>
              <a:cxnLst/>
              <a:rect l="l" t="t" r="r" b="b"/>
              <a:pathLst>
                <a:path w="2336" h="501" extrusionOk="0">
                  <a:moveTo>
                    <a:pt x="234" y="1"/>
                  </a:moveTo>
                  <a:cubicBezTo>
                    <a:pt x="101" y="1"/>
                    <a:pt x="1" y="101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102" y="501"/>
                  </a:lnTo>
                  <a:cubicBezTo>
                    <a:pt x="2236" y="501"/>
                    <a:pt x="2336" y="401"/>
                    <a:pt x="2336" y="267"/>
                  </a:cubicBezTo>
                  <a:cubicBezTo>
                    <a:pt x="2336" y="101"/>
                    <a:pt x="2236" y="1"/>
                    <a:pt x="21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8242875" y="1860350"/>
              <a:ext cx="361100" cy="12525"/>
            </a:xfrm>
            <a:custGeom>
              <a:avLst/>
              <a:gdLst/>
              <a:ahLst/>
              <a:cxnLst/>
              <a:rect l="l" t="t" r="r" b="b"/>
              <a:pathLst>
                <a:path w="14444" h="501" extrusionOk="0">
                  <a:moveTo>
                    <a:pt x="267" y="1"/>
                  </a:moveTo>
                  <a:cubicBezTo>
                    <a:pt x="134" y="1"/>
                    <a:pt x="0" y="101"/>
                    <a:pt x="0" y="267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14210" y="501"/>
                  </a:lnTo>
                  <a:cubicBezTo>
                    <a:pt x="14344" y="501"/>
                    <a:pt x="14444" y="401"/>
                    <a:pt x="14444" y="267"/>
                  </a:cubicBezTo>
                  <a:cubicBezTo>
                    <a:pt x="14444" y="101"/>
                    <a:pt x="14344" y="1"/>
                    <a:pt x="14210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8" name="Google Shape;428;p22"/>
          <p:cNvSpPr txBox="1">
            <a:spLocks noGrp="1"/>
          </p:cNvSpPr>
          <p:nvPr>
            <p:ph type="ctrTitle"/>
          </p:nvPr>
        </p:nvSpPr>
        <p:spPr>
          <a:xfrm>
            <a:off x="1887750" y="611725"/>
            <a:ext cx="5368500" cy="10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29" name="Google Shape;429;p22"/>
          <p:cNvSpPr txBox="1">
            <a:spLocks noGrp="1"/>
          </p:cNvSpPr>
          <p:nvPr>
            <p:ph type="subTitle" idx="1"/>
          </p:nvPr>
        </p:nvSpPr>
        <p:spPr>
          <a:xfrm>
            <a:off x="3044675" y="2305050"/>
            <a:ext cx="3054900" cy="10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2228550" y="4151400"/>
            <a:ext cx="46869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accen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CREDITS</a:t>
            </a:r>
            <a:r>
              <a:rPr lang="en-GB"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: This presentation template was created by</a:t>
            </a:r>
            <a:r>
              <a:rPr lang="en-GB" sz="1200">
                <a:solidFill>
                  <a:schemeClr val="accen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GB" sz="1200" b="1">
                <a:solidFill>
                  <a:schemeClr val="accent1"/>
                </a:solidFill>
                <a:uFill>
                  <a:noFill/>
                </a:u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2"/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including icons by </a:t>
            </a:r>
            <a:r>
              <a:rPr lang="en-GB" sz="1200" b="1">
                <a:solidFill>
                  <a:schemeClr val="accent1"/>
                </a:solidFill>
                <a:uFill>
                  <a:noFill/>
                </a:u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3"/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infographics &amp; images by </a:t>
            </a:r>
            <a:r>
              <a:rPr lang="en-GB" sz="1200" b="1">
                <a:solidFill>
                  <a:schemeClr val="accent1"/>
                </a:solidFill>
                <a:uFill>
                  <a:noFill/>
                </a:u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4"/>
              </a:rPr>
              <a:t>Freepik</a:t>
            </a:r>
            <a:r>
              <a:rPr lang="en-GB" sz="1200">
                <a:solidFill>
                  <a:schemeClr val="accen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endParaRPr sz="1200">
              <a:solidFill>
                <a:schemeClr val="accen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3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433" name="Google Shape;433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8" name="Google Shape;438;p23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439" name="Google Shape;439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4" name="Google Shape;444;p23"/>
          <p:cNvGrpSpPr/>
          <p:nvPr/>
        </p:nvGrpSpPr>
        <p:grpSpPr>
          <a:xfrm flipH="1">
            <a:off x="8121500" y="4569896"/>
            <a:ext cx="1022509" cy="572747"/>
            <a:chOff x="-77" y="3784091"/>
            <a:chExt cx="2423582" cy="1357541"/>
          </a:xfrm>
        </p:grpSpPr>
        <p:sp>
          <p:nvSpPr>
            <p:cNvPr id="445" name="Google Shape;445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23"/>
          <p:cNvGrpSpPr/>
          <p:nvPr/>
        </p:nvGrpSpPr>
        <p:grpSpPr>
          <a:xfrm rot="10800000" flipH="1">
            <a:off x="0" y="846"/>
            <a:ext cx="1022509" cy="572747"/>
            <a:chOff x="-77" y="3784091"/>
            <a:chExt cx="2423582" cy="1357541"/>
          </a:xfrm>
        </p:grpSpPr>
        <p:sp>
          <p:nvSpPr>
            <p:cNvPr id="451" name="Google Shape;451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24"/>
          <p:cNvGrpSpPr/>
          <p:nvPr/>
        </p:nvGrpSpPr>
        <p:grpSpPr>
          <a:xfrm rot="5400000" flipH="1">
            <a:off x="-533027" y="3252941"/>
            <a:ext cx="2423582" cy="1357541"/>
            <a:chOff x="-77" y="3784091"/>
            <a:chExt cx="2423582" cy="1357541"/>
          </a:xfrm>
        </p:grpSpPr>
        <p:sp>
          <p:nvSpPr>
            <p:cNvPr id="458" name="Google Shape;458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24"/>
          <p:cNvGrpSpPr/>
          <p:nvPr/>
        </p:nvGrpSpPr>
        <p:grpSpPr>
          <a:xfrm rot="-5400000" flipH="1">
            <a:off x="7253448" y="533016"/>
            <a:ext cx="2423582" cy="1357541"/>
            <a:chOff x="-77" y="3784091"/>
            <a:chExt cx="2423582" cy="1357541"/>
          </a:xfrm>
        </p:grpSpPr>
        <p:sp>
          <p:nvSpPr>
            <p:cNvPr id="464" name="Google Shape;464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diagramQuickStyle" Target="../diagrams/quickStyle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diagramLayout" Target="../diagrams/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diagramData" Target="../diagrams/data1.xml"/><Relationship Id="rId5" Type="http://schemas.openxmlformats.org/officeDocument/2006/relationships/tags" Target="../tags/tag6.xml"/><Relationship Id="rId15" Type="http://schemas.microsoft.com/office/2007/relationships/diagramDrawing" Target="../diagrams/drawing1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5.xml"/><Relationship Id="rId9" Type="http://schemas.openxmlformats.org/officeDocument/2006/relationships/slideLayout" Target="../slideLayouts/slideLayout3.xml"/><Relationship Id="rId14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0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395605" y="131699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</a:rPr>
              <a:t>Web API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95605" y="213995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2FF"/>
                </a:solidFill>
              </a:rPr>
              <a:t>Action Results</a:t>
            </a:r>
            <a:endParaRPr lang="en-US" sz="5200" dirty="0"/>
          </a:p>
        </p:txBody>
      </p:sp>
      <p:sp>
        <p:nvSpPr>
          <p:cNvPr id="4" name="Shape 0"/>
          <p:cNvSpPr/>
          <p:nvPr/>
        </p:nvSpPr>
        <p:spPr>
          <a:xfrm>
            <a:off x="-457200" y="3200400"/>
            <a:ext cx="10058400" cy="22860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605" y="320040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anose="020F0502020204030204" charset="0"/>
                <a:cs typeface="Calibri" panose="020F0502020204030204" charset="0"/>
              </a:rPr>
              <a:t>სერვისის მეთოდებისა და დასაბრუნებელი</a:t>
            </a:r>
            <a:endParaRPr lang="en-US" sz="15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anose="020F0502020204030204" charset="0"/>
                <a:cs typeface="Calibri" panose="020F0502020204030204" charset="0"/>
              </a:rPr>
              <a:t>მნიშვნელობების ტიპების მიმოხილვა</a:t>
            </a:r>
            <a:endParaRPr lang="en-US" sz="15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587875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8BA0B4"/>
                </a:solidFill>
              </a:rPr>
              <a:t>HTTP Response  ·  IActionResult  ·  ActionResult&lt;T&gt;  ·  Specific Results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48234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200" b="1" dirty="0">
                <a:solidFill>
                  <a:schemeClr val="accent2">
                    <a:lumMod val="75000"/>
                  </a:schemeClr>
                </a:solidFill>
              </a:rPr>
              <a:t>Anano Jolokhava</a:t>
            </a:r>
          </a:p>
        </p:txBody>
      </p:sp>
      <p:sp>
        <p:nvSpPr>
          <p:cNvPr id="6" name="Shape 4"/>
          <p:cNvSpPr/>
          <p:nvPr/>
        </p:nvSpPr>
        <p:spPr>
          <a:xfrm>
            <a:off x="251460" y="462280"/>
            <a:ext cx="109728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" y="462280"/>
            <a:ext cx="73152" cy="10972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5925" y="8280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FF"/>
                </a:solidFill>
              </a:rPr>
              <a:t>ASP.NET CORE</a:t>
            </a:r>
            <a:endParaRPr lang="en-US" sz="1000" dirty="0"/>
          </a:p>
        </p:txBody>
      </p:sp>
      <p:sp>
        <p:nvSpPr>
          <p:cNvPr id="13" name="Shape 1"/>
          <p:cNvSpPr/>
          <p:nvPr/>
        </p:nvSpPr>
        <p:spPr>
          <a:xfrm>
            <a:off x="6858000" y="0"/>
            <a:ext cx="2743200" cy="5143500"/>
          </a:xfrm>
          <a:prstGeom prst="rect">
            <a:avLst/>
          </a:prstGeom>
          <a:solidFill>
            <a:srgbClr val="0F2044">
              <a:alpha val="40000"/>
            </a:srgbClr>
          </a:solidFill>
          <a:ln w="12700">
            <a:solidFill>
              <a:srgbClr val="0F2044">
                <a:alpha val="40000"/>
              </a:srgbClr>
            </a:solidFill>
            <a:prstDash val="solid"/>
          </a:ln>
        </p:spPr>
      </p:sp>
      <p:sp>
        <p:nvSpPr>
          <p:cNvPr id="15" name="Shape 2"/>
          <p:cNvSpPr/>
          <p:nvPr/>
        </p:nvSpPr>
        <p:spPr>
          <a:xfrm>
            <a:off x="6858000" y="311150"/>
            <a:ext cx="2286000" cy="2286000"/>
          </a:xfrm>
          <a:prstGeom prst="ellipse">
            <a:avLst/>
          </a:prstGeom>
          <a:solidFill>
            <a:srgbClr val="6E56CF">
              <a:alpha val="25000"/>
            </a:srgbClr>
          </a:solidFill>
          <a:ln w="12700">
            <a:solidFill>
              <a:srgbClr val="6E56CF">
                <a:alpha val="25000"/>
              </a:srgbClr>
            </a:solidFill>
            <a:prstDash val="solid"/>
          </a:ln>
        </p:spPr>
      </p:sp>
      <p:sp>
        <p:nvSpPr>
          <p:cNvPr id="16" name="Shape 3"/>
          <p:cNvSpPr/>
          <p:nvPr/>
        </p:nvSpPr>
        <p:spPr>
          <a:xfrm>
            <a:off x="7315200" y="768350"/>
            <a:ext cx="1371600" cy="1371600"/>
          </a:xfrm>
          <a:prstGeom prst="ellipse">
            <a:avLst/>
          </a:prstGeom>
          <a:solidFill>
            <a:srgbClr val="00C2FF">
              <a:alpha val="40000"/>
            </a:srgbClr>
          </a:solidFill>
          <a:ln w="12700">
            <a:solidFill>
              <a:srgbClr val="00C2FF">
                <a:alpha val="40000"/>
              </a:srgbClr>
            </a:solidFill>
            <a:prstDash val="solid"/>
          </a:ln>
        </p:spPr>
      </p:sp>
      <p:pic>
        <p:nvPicPr>
          <p:cNvPr id="5" name="Picture 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4090" y="771525"/>
            <a:ext cx="1362710" cy="1327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Diagram 50"/>
          <p:cNvGraphicFramePr/>
          <p:nvPr/>
        </p:nvGraphicFramePr>
        <p:xfrm>
          <a:off x="6224905" y="1564005"/>
          <a:ext cx="3021965" cy="2194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666" name="Google Shape;666;p28"/>
          <p:cNvSpPr txBox="1">
            <a:spLocks noGrp="1"/>
          </p:cNvSpPr>
          <p:nvPr>
            <p:ph type="title"/>
          </p:nvPr>
        </p:nvSpPr>
        <p:spPr>
          <a:xfrm>
            <a:off x="755650" y="267335"/>
            <a:ext cx="7195185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" altLang="en-US" sz="36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რა</a:t>
            </a:r>
            <a:r>
              <a:rPr lang="en-US" altLang="en-US" sz="36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36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არის</a:t>
            </a:r>
            <a:r>
              <a:rPr lang="en-US" altLang="en-US" sz="36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Web API</a:t>
            </a:r>
            <a:r>
              <a:rPr lang="" altLang="en-US" sz="36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?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67360" y="915670"/>
            <a:ext cx="7890510" cy="7969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Web API არის სერვისი, რომელიც სხვადასხვა აპლიკაციას HTTP პროტოკოლის საშუალებით მონაცემების გაცვლის საშუალებას აძლევს.</a:t>
            </a:r>
          </a:p>
        </p:txBody>
      </p:sp>
      <p:sp>
        <p:nvSpPr>
          <p:cNvPr id="33" name="矩形: 圆角 32"/>
          <p:cNvSpPr/>
          <p:nvPr>
            <p:custDataLst>
              <p:tags r:id="rId1"/>
            </p:custDataLst>
          </p:nvPr>
        </p:nvSpPr>
        <p:spPr>
          <a:xfrm>
            <a:off x="467066" y="2958703"/>
            <a:ext cx="1346020" cy="36887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3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3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HTTP Protocol</a:t>
            </a:r>
            <a:endParaRPr lang="en-US" sz="1300" dirty="0">
              <a:solidFill>
                <a:schemeClr val="bg1"/>
              </a:solidFill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300" b="1" dirty="0">
              <a:solidFill>
                <a:schemeClr val="bg1"/>
              </a:solidFill>
              <a:latin typeface="+mj-lt"/>
              <a:sym typeface="+mn-ea"/>
            </a:endParaRPr>
          </a:p>
        </p:txBody>
      </p:sp>
      <p:sp>
        <p:nvSpPr>
          <p:cNvPr id="26" name="矩形 1"/>
          <p:cNvSpPr/>
          <p:nvPr>
            <p:custDataLst>
              <p:tags r:id="rId2"/>
            </p:custDataLst>
          </p:nvPr>
        </p:nvSpPr>
        <p:spPr>
          <a:xfrm>
            <a:off x="626899" y="3354836"/>
            <a:ext cx="1164486" cy="137502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75" dirty="0">
                <a:solidFill>
                  <a:srgbClr val="8BA8C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GET, POST, PUT, DELETE, PATCH მოთხოვნები</a:t>
            </a:r>
            <a:endParaRPr lang="en-US" sz="1175" dirty="0"/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175" kern="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矩形: 圆角 15"/>
          <p:cNvSpPr/>
          <p:nvPr>
            <p:custDataLst>
              <p:tags r:id="rId3"/>
            </p:custDataLst>
          </p:nvPr>
        </p:nvSpPr>
        <p:spPr>
          <a:xfrm>
            <a:off x="2003019" y="2958703"/>
            <a:ext cx="1346020" cy="36887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3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Controller</a:t>
            </a:r>
          </a:p>
        </p:txBody>
      </p:sp>
      <p:sp>
        <p:nvSpPr>
          <p:cNvPr id="30" name="矩形 2"/>
          <p:cNvSpPr/>
          <p:nvPr>
            <p:custDataLst>
              <p:tags r:id="rId4"/>
            </p:custDataLst>
          </p:nvPr>
        </p:nvSpPr>
        <p:spPr>
          <a:xfrm>
            <a:off x="2024670" y="3354836"/>
            <a:ext cx="1164486" cy="137502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75" dirty="0">
                <a:solidFill>
                  <a:srgbClr val="8BA8C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HTTP Request-ების დამუშავება და Response დაბრუნება</a:t>
            </a:r>
            <a:endParaRPr lang="en-US" sz="1175" dirty="0"/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175" kern="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矩形: 圆角 21"/>
          <p:cNvSpPr/>
          <p:nvPr>
            <p:custDataLst>
              <p:tags r:id="rId5"/>
            </p:custDataLst>
          </p:nvPr>
        </p:nvSpPr>
        <p:spPr>
          <a:xfrm>
            <a:off x="3434539" y="2958703"/>
            <a:ext cx="1346020" cy="36887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Action Method</a:t>
            </a:r>
            <a:endParaRPr lang="en-US" sz="1200" dirty="0">
              <a:solidFill>
                <a:schemeClr val="bg1"/>
              </a:solidFill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solidFill>
                <a:schemeClr val="bg1"/>
              </a:solidFill>
              <a:latin typeface="+mj-lt"/>
              <a:sym typeface="+mn-ea"/>
            </a:endParaRPr>
          </a:p>
        </p:txBody>
      </p:sp>
      <p:sp>
        <p:nvSpPr>
          <p:cNvPr id="35" name="矩形 6"/>
          <p:cNvSpPr/>
          <p:nvPr>
            <p:custDataLst>
              <p:tags r:id="rId6"/>
            </p:custDataLst>
          </p:nvPr>
        </p:nvSpPr>
        <p:spPr>
          <a:xfrm>
            <a:off x="3387566" y="3354836"/>
            <a:ext cx="1164486" cy="137502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75" dirty="0">
                <a:solidFill>
                  <a:srgbClr val="8BA8C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Controller-ში განსაზღვრული endpoint მეთოდი</a:t>
            </a:r>
            <a:endParaRPr lang="en-US" sz="1175" dirty="0"/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175" kern="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8" name="矩形: 圆角 27"/>
          <p:cNvSpPr/>
          <p:nvPr>
            <p:custDataLst>
              <p:tags r:id="rId7"/>
            </p:custDataLst>
          </p:nvPr>
        </p:nvSpPr>
        <p:spPr>
          <a:xfrm>
            <a:off x="4878885" y="2961757"/>
            <a:ext cx="1346020" cy="36887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Action Result</a:t>
            </a:r>
            <a:endParaRPr lang="en-US" sz="1200" dirty="0">
              <a:solidFill>
                <a:schemeClr val="bg1"/>
              </a:solidFill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solidFill>
                <a:schemeClr val="bg1"/>
              </a:solidFill>
              <a:latin typeface="+mj-lt"/>
              <a:sym typeface="+mn-ea"/>
            </a:endParaRPr>
          </a:p>
        </p:txBody>
      </p:sp>
      <p:sp>
        <p:nvSpPr>
          <p:cNvPr id="39" name="矩形 7"/>
          <p:cNvSpPr/>
          <p:nvPr>
            <p:custDataLst>
              <p:tags r:id="rId8"/>
            </p:custDataLst>
          </p:nvPr>
        </p:nvSpPr>
        <p:spPr>
          <a:xfrm>
            <a:off x="4785338" y="3354836"/>
            <a:ext cx="1164486" cy="137502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75" dirty="0">
                <a:solidFill>
                  <a:srgbClr val="8BA8C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HTTP Response: Status Code + Body + Headers</a:t>
            </a:r>
            <a:endParaRPr lang="en-US" sz="1175" dirty="0"/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175" kern="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" name="Text Box 46"/>
          <p:cNvSpPr txBox="1"/>
          <p:nvPr/>
        </p:nvSpPr>
        <p:spPr>
          <a:xfrm>
            <a:off x="467360" y="1924050"/>
            <a:ext cx="1207135" cy="1007110"/>
          </a:xfrm>
          <a:prstGeom prst="rect">
            <a:avLst/>
          </a:prstGeom>
          <a:noFill/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sz="6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🌐</a:t>
            </a:r>
          </a:p>
        </p:txBody>
      </p:sp>
      <p:sp>
        <p:nvSpPr>
          <p:cNvPr id="48" name="Text Box 47"/>
          <p:cNvSpPr txBox="1"/>
          <p:nvPr/>
        </p:nvSpPr>
        <p:spPr>
          <a:xfrm>
            <a:off x="2107565" y="1924050"/>
            <a:ext cx="992505" cy="101473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6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🎯</a:t>
            </a:r>
          </a:p>
        </p:txBody>
      </p:sp>
      <p:sp>
        <p:nvSpPr>
          <p:cNvPr id="49" name="Text Box 48"/>
          <p:cNvSpPr txBox="1"/>
          <p:nvPr/>
        </p:nvSpPr>
        <p:spPr>
          <a:xfrm>
            <a:off x="3492500" y="1931670"/>
            <a:ext cx="961390" cy="101473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6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📦</a:t>
            </a:r>
          </a:p>
        </p:txBody>
      </p:sp>
      <p:sp>
        <p:nvSpPr>
          <p:cNvPr id="50" name="Text Box 49"/>
          <p:cNvSpPr txBox="1"/>
          <p:nvPr/>
        </p:nvSpPr>
        <p:spPr>
          <a:xfrm>
            <a:off x="4758055" y="1905635"/>
            <a:ext cx="1056005" cy="965200"/>
          </a:xfrm>
          <a:prstGeom prst="rect">
            <a:avLst/>
          </a:prstGeom>
          <a:noFill/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6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📤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539750" y="195580"/>
            <a:ext cx="63576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Controller </a:t>
            </a:r>
            <a:r>
              <a:rPr lang="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და</a:t>
            </a:r>
            <a:r>
              <a:rPr lang="en-US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 Action Method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23215" y="840740"/>
            <a:ext cx="7417435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Controller იღებს HTTP მოთხოვნებს და შესაბამის Action Method-ს გადასცემს დასამუშავებლად.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683260" y="1480185"/>
            <a:ext cx="6621780" cy="1503680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lstStyle/>
          <a:p>
            <a:pPr marL="285750" indent="-285750">
              <a:buClr>
                <a:srgbClr val="2634FF"/>
              </a:buClr>
              <a:buFont typeface="Arial" panose="020B0604020202020204" pitchFamily="34" charset="0"/>
              <a:buChar char="•"/>
            </a:pPr>
            <a:r>
              <a:rPr lang="en-US" altLang="zh-CN" sz="18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Controller მართავს API Endpoint-ებს </a:t>
            </a:r>
          </a:p>
          <a:p>
            <a:pPr marL="285750" indent="-285750">
              <a:buClr>
                <a:srgbClr val="2634FF"/>
              </a:buClr>
              <a:buFont typeface="Arial" panose="020B0604020202020204" pitchFamily="34" charset="0"/>
              <a:buChar char="•"/>
            </a:pPr>
            <a:r>
              <a:rPr lang="en-US" altLang="zh-CN" sz="18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Action Method ამუშავებს HTTP Request-ს </a:t>
            </a:r>
          </a:p>
          <a:p>
            <a:pPr marL="285750" indent="-285750">
              <a:buClr>
                <a:srgbClr val="2634FF"/>
              </a:buClr>
              <a:buFont typeface="Arial" panose="020B0604020202020204" pitchFamily="34" charset="0"/>
              <a:buChar char="•"/>
            </a:pPr>
            <a:r>
              <a:rPr lang="en-US" altLang="zh-CN" sz="18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თითოეულ მეთოდს აქვს შესაბამისი HTTP ატრიბუტი </a:t>
            </a:r>
          </a:p>
          <a:p>
            <a:pPr marL="285750" indent="-285750">
              <a:buClr>
                <a:srgbClr val="2634FF"/>
              </a:buClr>
              <a:buFont typeface="Arial" panose="020B0604020202020204" pitchFamily="34" charset="0"/>
              <a:buChar char="•"/>
            </a:pPr>
            <a:r>
              <a:rPr lang="en-US" altLang="zh-CN" sz="18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მეთოდი აბრუნებს HTTP Response-ს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965" y="2787650"/>
            <a:ext cx="5645150" cy="222885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3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714" name="Google Shape;714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3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720" name="Google Shape;720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539750" y="195580"/>
            <a:ext cx="63576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რა</a:t>
            </a:r>
            <a:r>
              <a:rPr lang="en-US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არის</a:t>
            </a:r>
            <a:r>
              <a:rPr lang="en-US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 Action Result</a:t>
            </a:r>
            <a:r>
              <a:rPr lang="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?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67995" y="915670"/>
            <a:ext cx="7145655" cy="132207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Action Result არის პასუხი, რომელსაც Controller-ის Action Method აბრუნებს HTTP Request-ზე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იგი განსაზღვრავს რა ინფორმაცია მიეწოდება მომხმარებელს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Action Result შეიცავს HTTP Status Code-ს და საჭიროების შემთხვევაში მონაცემებსაც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755650" y="2427605"/>
            <a:ext cx="5080000" cy="8477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1800" b="1">
                <a:solidFill>
                  <a:schemeClr val="bg2">
                    <a:lumMod val="50000"/>
                    <a:lumOff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Action Result შეიძლება აბრუნებდეს:</a:t>
            </a:r>
          </a:p>
          <a:p>
            <a:pPr>
              <a:spcAft>
                <a:spcPct val="60000"/>
              </a:spcAft>
            </a:pPr>
            <a:endParaRPr lang="en-US" altLang="zh-CN" sz="1800" b="1">
              <a:solidFill>
                <a:schemeClr val="bg2">
                  <a:lumMod val="50000"/>
                  <a:lumOff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78815" y="3004185"/>
            <a:ext cx="5080000" cy="1322070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pPr marL="285750" indent="-285750">
              <a:buFont typeface="Wingdings" panose="05000000000000000000" charset="0"/>
              <a:buChar char="q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JSON მონაცემებს </a:t>
            </a: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HTTP Status Code-ს (200, 404, 400 და სხვა) </a:t>
            </a: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ტექსტურ პასუხს </a:t>
            </a: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ფაილს </a:t>
            </a: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ცარიელ პასუხს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996055" y="2044382"/>
            <a:ext cx="5080000" cy="337185"/>
          </a:xfrm>
          <a:prstGeom prst="rect">
            <a:avLst/>
          </a:prstGeom>
          <a:solidFill>
            <a:srgbClr val="001198"/>
          </a:solidFill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1600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Action Result = API-ის საბოლოო პასუხი Request-ზე</a:t>
            </a:r>
            <a:r>
              <a:rPr lang="" altLang="en-US" sz="1600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!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4868545" y="2715260"/>
            <a:ext cx="4143375" cy="98869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noAutofit/>
          </a:bodyPr>
          <a:lstStyle/>
          <a:p>
            <a:r>
              <a:rPr lang="en-US" altLang="en-US"/>
              <a:t>public IActionResult GetUser()</a:t>
            </a:r>
          </a:p>
          <a:p>
            <a:r>
              <a:rPr lang="en-US" altLang="en-US"/>
              <a:t>{</a:t>
            </a:r>
          </a:p>
          <a:p>
            <a:r>
              <a:rPr lang="en-US" altLang="en-US"/>
              <a:t>    return Ok("User Found");</a:t>
            </a:r>
          </a:p>
          <a:p>
            <a:r>
              <a:rPr lang="en-US" altLang="en-US"/>
              <a:t>}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5004435" y="4227830"/>
            <a:ext cx="3807460" cy="488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-US" altLang="en-US" sz="1200"/>
              <a:t>200 OK</a:t>
            </a:r>
          </a:p>
          <a:p>
            <a:r>
              <a:rPr lang="en-US" altLang="en-US" sz="1200"/>
              <a:t>User Found</a:t>
            </a:r>
            <a:endParaRPr lang="en-US" sz="1200"/>
          </a:p>
        </p:txBody>
      </p:sp>
      <p:sp>
        <p:nvSpPr>
          <p:cNvPr id="11" name="Text Box 10"/>
          <p:cNvSpPr txBox="1"/>
          <p:nvPr/>
        </p:nvSpPr>
        <p:spPr>
          <a:xfrm>
            <a:off x="6517640" y="3709035"/>
            <a:ext cx="45910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2400" b="1">
                <a:latin typeface="Calibri" panose="020F0502020204030204" charset="0"/>
                <a:cs typeface="Calibri" panose="020F0502020204030204" charset="0"/>
              </a:rPr>
              <a:t>↓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35560" y="1692275"/>
            <a:ext cx="5136515" cy="386080"/>
          </a:xfrm>
          <a:prstGeom prst="rect">
            <a:avLst/>
          </a:prstGeom>
          <a:solidFill>
            <a:srgbClr val="001198"/>
          </a:solidFill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en-US" sz="1600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IActionResult = </a:t>
            </a:r>
            <a:r>
              <a:rPr lang="" altLang="en-US" sz="1600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უნივერსალური</a:t>
            </a:r>
            <a:r>
              <a:rPr lang="en-US" altLang="en-US" sz="1600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პასუხის</a:t>
            </a:r>
            <a:r>
              <a:rPr lang="en-US" altLang="en-US" sz="1600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ტიპი</a:t>
            </a:r>
            <a:r>
              <a:rPr lang="en-US" altLang="en-US" sz="1600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API-</a:t>
            </a:r>
            <a:r>
              <a:rPr lang="" altLang="en-US" sz="1600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ში</a:t>
            </a:r>
            <a:r>
              <a:rPr lang="" sz="1600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!</a:t>
            </a:r>
          </a:p>
        </p:txBody>
      </p:sp>
      <p:sp>
        <p:nvSpPr>
          <p:cNvPr id="18" name="Shape 8"/>
          <p:cNvSpPr/>
          <p:nvPr/>
        </p:nvSpPr>
        <p:spPr>
          <a:xfrm>
            <a:off x="4898390" y="1402842"/>
            <a:ext cx="4114800" cy="3474720"/>
          </a:xfrm>
          <a:prstGeom prst="rect">
            <a:avLst/>
          </a:prstGeom>
          <a:solidFill>
            <a:srgbClr val="1A2A3F"/>
          </a:solidFill>
          <a:ln w="12700">
            <a:solidFill>
              <a:schemeClr val="bg2">
                <a:lumMod val="50000"/>
                <a:lumOff val="50000"/>
              </a:schemeClr>
            </a:solidFill>
            <a:prstDash val="solid"/>
          </a:ln>
          <a:effectLst>
            <a:outerShdw blurRad="101600" dist="38100" dir="8100000" algn="bl" rotWithShape="0">
              <a:schemeClr val="bg2">
                <a:lumMod val="50000"/>
                <a:lumOff val="50000"/>
                <a:alpha val="25000"/>
              </a:schemeClr>
            </a:outerShdw>
          </a:effectLst>
        </p:spPr>
      </p:sp>
      <p:grpSp>
        <p:nvGrpSpPr>
          <p:cNvPr id="747" name="Google Shape;747;p32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748" name="Google Shape;748;p32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2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2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2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2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3" name="Google Shape;753;p32"/>
          <p:cNvGrpSpPr/>
          <p:nvPr/>
        </p:nvGrpSpPr>
        <p:grpSpPr>
          <a:xfrm rot="10800000" flipH="1">
            <a:off x="0" y="-4"/>
            <a:ext cx="1022509" cy="572747"/>
            <a:chOff x="-77" y="3784091"/>
            <a:chExt cx="2423582" cy="1357541"/>
          </a:xfrm>
        </p:grpSpPr>
        <p:sp>
          <p:nvSpPr>
            <p:cNvPr id="754" name="Google Shape;754;p32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2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2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2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755015" y="195580"/>
            <a:ext cx="63576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IActionResult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23215" y="840740"/>
            <a:ext cx="7417435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IActionResult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არის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ბაზური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ინტერფეისი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რომელიც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გამოიყენება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სხვადასხვა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ტიპის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HTTP Response-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ის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დასაბრუნებლად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23215" y="2336165"/>
            <a:ext cx="4180840" cy="2226310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გამოიყენება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Controller-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ის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Action Method-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ებში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საშუალებას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გვაძლევს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დავაბრუნოთ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სხვადასხვა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შედეგი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აბრუნებს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HTTP Status Code-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უზრუნველყოფს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მოქნილ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Response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სისტემას</a:t>
            </a:r>
          </a:p>
        </p:txBody>
      </p:sp>
      <p:sp>
        <p:nvSpPr>
          <p:cNvPr id="19" name="Text 9"/>
          <p:cNvSpPr/>
          <p:nvPr/>
        </p:nvSpPr>
        <p:spPr>
          <a:xfrm>
            <a:off x="4892040" y="1527302"/>
            <a:ext cx="39319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IActionResult იერარქია</a:t>
            </a:r>
            <a:endParaRPr lang="en-US" sz="1300" dirty="0"/>
          </a:p>
        </p:txBody>
      </p:sp>
      <p:sp>
        <p:nvSpPr>
          <p:cNvPr id="20" name="Text 10"/>
          <p:cNvSpPr/>
          <p:nvPr/>
        </p:nvSpPr>
        <p:spPr>
          <a:xfrm>
            <a:off x="4846320" y="1865122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IActionResult (interface)</a:t>
            </a:r>
            <a:endParaRPr lang="en-US" sz="950" dirty="0"/>
          </a:p>
        </p:txBody>
      </p:sp>
      <p:sp>
        <p:nvSpPr>
          <p:cNvPr id="22" name="Text 12"/>
          <p:cNvSpPr/>
          <p:nvPr/>
        </p:nvSpPr>
        <p:spPr>
          <a:xfrm>
            <a:off x="4846320" y="2450338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OkResult : 200 OK</a:t>
            </a:r>
            <a:endParaRPr lang="en-US" sz="950" dirty="0"/>
          </a:p>
        </p:txBody>
      </p:sp>
      <p:sp>
        <p:nvSpPr>
          <p:cNvPr id="23" name="Text 13"/>
          <p:cNvSpPr/>
          <p:nvPr/>
        </p:nvSpPr>
        <p:spPr>
          <a:xfrm>
            <a:off x="4846320" y="2742946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23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NotFoundResult : 404</a:t>
            </a:r>
            <a:endParaRPr lang="en-US" sz="950" dirty="0"/>
          </a:p>
        </p:txBody>
      </p:sp>
      <p:sp>
        <p:nvSpPr>
          <p:cNvPr id="24" name="Text 14"/>
          <p:cNvSpPr/>
          <p:nvPr/>
        </p:nvSpPr>
        <p:spPr>
          <a:xfrm>
            <a:off x="4846320" y="3035554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85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BadRequestResult : 400</a:t>
            </a:r>
            <a:endParaRPr lang="en-US" sz="950" dirty="0"/>
          </a:p>
        </p:txBody>
      </p:sp>
      <p:sp>
        <p:nvSpPr>
          <p:cNvPr id="25" name="Text 15"/>
          <p:cNvSpPr/>
          <p:nvPr/>
        </p:nvSpPr>
        <p:spPr>
          <a:xfrm>
            <a:off x="4846320" y="3328162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CreatedResult : 201</a:t>
            </a:r>
            <a:endParaRPr lang="en-US" sz="950" dirty="0"/>
          </a:p>
        </p:txBody>
      </p:sp>
      <p:sp>
        <p:nvSpPr>
          <p:cNvPr id="26" name="Text 16"/>
          <p:cNvSpPr/>
          <p:nvPr/>
        </p:nvSpPr>
        <p:spPr>
          <a:xfrm>
            <a:off x="4846320" y="3615690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NoContentResult : 204</a:t>
            </a:r>
            <a:endParaRPr lang="en-US" sz="950" dirty="0"/>
          </a:p>
        </p:txBody>
      </p:sp>
      <p:sp>
        <p:nvSpPr>
          <p:cNvPr id="27" name="Text 17"/>
          <p:cNvSpPr/>
          <p:nvPr/>
        </p:nvSpPr>
        <p:spPr>
          <a:xfrm>
            <a:off x="4846320" y="3908298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77B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└─ ObjectResult (with value)</a:t>
            </a:r>
            <a:endParaRPr lang="en-US" sz="950" dirty="0"/>
          </a:p>
        </p:txBody>
      </p:sp>
      <p:sp>
        <p:nvSpPr>
          <p:cNvPr id="28" name="Text 18"/>
          <p:cNvSpPr/>
          <p:nvPr/>
        </p:nvSpPr>
        <p:spPr>
          <a:xfrm>
            <a:off x="4846320" y="4200906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8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FileResult</a:t>
            </a:r>
            <a:endParaRPr lang="en-US" sz="950" dirty="0"/>
          </a:p>
        </p:txBody>
      </p:sp>
      <p:sp>
        <p:nvSpPr>
          <p:cNvPr id="29" name="Text 19"/>
          <p:cNvSpPr/>
          <p:nvPr/>
        </p:nvSpPr>
        <p:spPr>
          <a:xfrm>
            <a:off x="4846320" y="4493514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8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RedirectResult</a:t>
            </a:r>
            <a:endParaRPr lang="en-US" sz="950" dirty="0"/>
          </a:p>
        </p:txBody>
      </p:sp>
      <p:sp>
        <p:nvSpPr>
          <p:cNvPr id="30" name="Text 11"/>
          <p:cNvSpPr/>
          <p:nvPr/>
        </p:nvSpPr>
        <p:spPr>
          <a:xfrm>
            <a:off x="4846320" y="2174875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└─ ActionResult (abstract class)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18"/>
          <p:cNvSpPr txBox="1"/>
          <p:nvPr/>
        </p:nvSpPr>
        <p:spPr>
          <a:xfrm>
            <a:off x="6976745" y="3004820"/>
            <a:ext cx="45910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2400" b="1">
                <a:latin typeface="Calibri" panose="020F0502020204030204" charset="0"/>
                <a:cs typeface="Calibri" panose="020F0502020204030204" charset="0"/>
              </a:rPr>
              <a:t>↓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539750" y="195580"/>
            <a:ext cx="63576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ActionResult&lt;T&gt;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23215" y="768985"/>
            <a:ext cx="7417435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ActionResult&lt;T&gt;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გამოიყენება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მაშინ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როცა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API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მეთოდს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მონაცემების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და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HTTP Response-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ის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ერთად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დაბრუნება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სჭირდება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.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128905" y="1386840"/>
            <a:ext cx="4351655" cy="1464310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აერთიანებს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მონაცემს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და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HTTP Response-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გამოიყენება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Strongly Typed Response-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ისთვის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ამარტივებს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API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კოდის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წერას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უკეთ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მუშაობს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Swagger Documentation-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თან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150" y="1203325"/>
            <a:ext cx="4387850" cy="1966595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6588125" y="3435985"/>
            <a:ext cx="1729105" cy="11963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-US" altLang="en-US" sz="1200"/>
              <a:t>200 OK</a:t>
            </a:r>
          </a:p>
          <a:p>
            <a:endParaRPr lang="en-US" altLang="en-US" sz="1200"/>
          </a:p>
          <a:p>
            <a:r>
              <a:rPr lang="en-US" altLang="en-US" sz="1200"/>
              <a:t>{</a:t>
            </a:r>
          </a:p>
          <a:p>
            <a:r>
              <a:rPr lang="en-US" altLang="en-US" sz="1200"/>
              <a:t>  "id": 1,</a:t>
            </a:r>
          </a:p>
          <a:p>
            <a:r>
              <a:rPr lang="en-US" altLang="en-US" sz="1200"/>
              <a:t>  "name": "Giorgi"</a:t>
            </a:r>
          </a:p>
          <a:p>
            <a:r>
              <a:rPr lang="en-US" altLang="en-US" sz="1200"/>
              <a:t>}</a:t>
            </a:r>
          </a:p>
        </p:txBody>
      </p:sp>
      <p:graphicFrame>
        <p:nvGraphicFramePr>
          <p:cNvPr id="20" name="Table 19"/>
          <p:cNvGraphicFramePr/>
          <p:nvPr>
            <p:custDataLst>
              <p:tags r:id="rId1"/>
            </p:custDataLst>
          </p:nvPr>
        </p:nvGraphicFramePr>
        <p:xfrm>
          <a:off x="646430" y="2885440"/>
          <a:ext cx="3315970" cy="185293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657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IActionResult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ActionResult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აბრუნებს სხვადასხვა Response-ს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აბრუნებს Response + მონაცემს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ნაკლებად ტიპიზებულია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Strongly Typed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უფრო ზოგადია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უფრო თანამედროვე მიდგომაა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3"/>
          <p:cNvSpPr/>
          <p:nvPr/>
        </p:nvSpPr>
        <p:spPr>
          <a:xfrm>
            <a:off x="398780" y="627380"/>
            <a:ext cx="502920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4"/>
          <p:cNvSpPr/>
          <p:nvPr/>
        </p:nvSpPr>
        <p:spPr>
          <a:xfrm>
            <a:off x="398780" y="62738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1000" dirty="0"/>
          </a:p>
        </p:txBody>
      </p:sp>
      <p:sp>
        <p:nvSpPr>
          <p:cNvPr id="28" name="Shape 5"/>
          <p:cNvSpPr/>
          <p:nvPr/>
        </p:nvSpPr>
        <p:spPr>
          <a:xfrm>
            <a:off x="901700" y="627380"/>
            <a:ext cx="1737360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5" name="Text 6"/>
          <p:cNvSpPr/>
          <p:nvPr/>
        </p:nvSpPr>
        <p:spPr>
          <a:xfrm>
            <a:off x="901700" y="627380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Method</a:t>
            </a:r>
            <a:endParaRPr lang="en-US" sz="1000" dirty="0"/>
          </a:p>
        </p:txBody>
      </p:sp>
      <p:sp>
        <p:nvSpPr>
          <p:cNvPr id="36" name="Shape 7"/>
          <p:cNvSpPr/>
          <p:nvPr/>
        </p:nvSpPr>
        <p:spPr>
          <a:xfrm>
            <a:off x="2639060" y="627380"/>
            <a:ext cx="2148840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3" name="Text 8"/>
          <p:cNvSpPr/>
          <p:nvPr/>
        </p:nvSpPr>
        <p:spPr>
          <a:xfrm>
            <a:off x="2639060" y="62738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Helper Name</a:t>
            </a:r>
            <a:endParaRPr lang="en-US" sz="1000" dirty="0"/>
          </a:p>
        </p:txBody>
      </p:sp>
      <p:sp>
        <p:nvSpPr>
          <p:cNvPr id="44" name="Shape 9"/>
          <p:cNvSpPr/>
          <p:nvPr/>
        </p:nvSpPr>
        <p:spPr>
          <a:xfrm>
            <a:off x="4787900" y="627380"/>
            <a:ext cx="4114800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1" name="Text 10"/>
          <p:cNvSpPr/>
          <p:nvPr/>
        </p:nvSpPr>
        <p:spPr>
          <a:xfrm>
            <a:off x="4787900" y="6273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აღწერა</a:t>
            </a:r>
            <a:endParaRPr lang="en-US" sz="1000" dirty="0"/>
          </a:p>
        </p:txBody>
      </p:sp>
      <p:sp>
        <p:nvSpPr>
          <p:cNvPr id="52" name="Shape 11"/>
          <p:cNvSpPr/>
          <p:nvPr/>
        </p:nvSpPr>
        <p:spPr>
          <a:xfrm>
            <a:off x="398780" y="965708"/>
            <a:ext cx="50292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9" name="Text 12"/>
          <p:cNvSpPr/>
          <p:nvPr/>
        </p:nvSpPr>
        <p:spPr>
          <a:xfrm>
            <a:off x="435356" y="965708"/>
            <a:ext cx="42976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200</a:t>
            </a:r>
            <a:endParaRPr lang="en-US" sz="1100" dirty="0"/>
          </a:p>
        </p:txBody>
      </p:sp>
      <p:sp>
        <p:nvSpPr>
          <p:cNvPr id="60" name="Shape 13"/>
          <p:cNvSpPr/>
          <p:nvPr/>
        </p:nvSpPr>
        <p:spPr>
          <a:xfrm>
            <a:off x="901700" y="965708"/>
            <a:ext cx="173736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67" name="Text 14"/>
          <p:cNvSpPr/>
          <p:nvPr/>
        </p:nvSpPr>
        <p:spPr>
          <a:xfrm>
            <a:off x="938276" y="965708"/>
            <a:ext cx="166420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Ok()</a:t>
            </a:r>
            <a:endParaRPr lang="en-US" sz="850" dirty="0"/>
          </a:p>
        </p:txBody>
      </p:sp>
      <p:sp>
        <p:nvSpPr>
          <p:cNvPr id="68" name="Shape 15"/>
          <p:cNvSpPr/>
          <p:nvPr/>
        </p:nvSpPr>
        <p:spPr>
          <a:xfrm>
            <a:off x="2639060" y="965708"/>
            <a:ext cx="214884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16"/>
          <p:cNvSpPr/>
          <p:nvPr/>
        </p:nvSpPr>
        <p:spPr>
          <a:xfrm>
            <a:off x="2675636" y="965708"/>
            <a:ext cx="207568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Ok(value)</a:t>
            </a:r>
            <a:endParaRPr lang="en-US" sz="850" dirty="0"/>
          </a:p>
        </p:txBody>
      </p:sp>
      <p:sp>
        <p:nvSpPr>
          <p:cNvPr id="76" name="Shape 17"/>
          <p:cNvSpPr/>
          <p:nvPr/>
        </p:nvSpPr>
        <p:spPr>
          <a:xfrm>
            <a:off x="4787900" y="965708"/>
            <a:ext cx="411480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83" name="Text 18"/>
          <p:cNvSpPr/>
          <p:nvPr/>
        </p:nvSpPr>
        <p:spPr>
          <a:xfrm>
            <a:off x="4824476" y="965708"/>
            <a:ext cx="404164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წარმატებული მოთხოვნა, Body-ში შედეგი</a:t>
            </a:r>
            <a:endParaRPr lang="en-US" sz="850" dirty="0"/>
          </a:p>
        </p:txBody>
      </p:sp>
      <p:sp>
        <p:nvSpPr>
          <p:cNvPr id="84" name="Shape 19"/>
          <p:cNvSpPr/>
          <p:nvPr/>
        </p:nvSpPr>
        <p:spPr>
          <a:xfrm>
            <a:off x="398780" y="1377188"/>
            <a:ext cx="50292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91" name="Text 20"/>
          <p:cNvSpPr/>
          <p:nvPr/>
        </p:nvSpPr>
        <p:spPr>
          <a:xfrm>
            <a:off x="435356" y="1377188"/>
            <a:ext cx="42976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201</a:t>
            </a:r>
            <a:endParaRPr lang="en-US" sz="1100" dirty="0"/>
          </a:p>
        </p:txBody>
      </p:sp>
      <p:sp>
        <p:nvSpPr>
          <p:cNvPr id="92" name="Shape 21"/>
          <p:cNvSpPr/>
          <p:nvPr/>
        </p:nvSpPr>
        <p:spPr>
          <a:xfrm>
            <a:off x="901700" y="1377188"/>
            <a:ext cx="173736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93" name="Text 22"/>
          <p:cNvSpPr/>
          <p:nvPr/>
        </p:nvSpPr>
        <p:spPr>
          <a:xfrm>
            <a:off x="938276" y="1377188"/>
            <a:ext cx="166420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Created()</a:t>
            </a:r>
            <a:endParaRPr lang="en-US" sz="850" dirty="0"/>
          </a:p>
        </p:txBody>
      </p:sp>
      <p:sp>
        <p:nvSpPr>
          <p:cNvPr id="94" name="Shape 23"/>
          <p:cNvSpPr/>
          <p:nvPr/>
        </p:nvSpPr>
        <p:spPr>
          <a:xfrm>
            <a:off x="2639060" y="1377188"/>
            <a:ext cx="214884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95" name="Text 24"/>
          <p:cNvSpPr/>
          <p:nvPr/>
        </p:nvSpPr>
        <p:spPr>
          <a:xfrm>
            <a:off x="2675636" y="1377188"/>
            <a:ext cx="207568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Created(uri, value)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CreatedAtAction()</a:t>
            </a:r>
            <a:endParaRPr lang="en-US" sz="850" dirty="0"/>
          </a:p>
        </p:txBody>
      </p:sp>
      <p:sp>
        <p:nvSpPr>
          <p:cNvPr id="96" name="Shape 25"/>
          <p:cNvSpPr/>
          <p:nvPr/>
        </p:nvSpPr>
        <p:spPr>
          <a:xfrm>
            <a:off x="4787900" y="1377188"/>
            <a:ext cx="411480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97" name="Text 26"/>
          <p:cNvSpPr/>
          <p:nvPr/>
        </p:nvSpPr>
        <p:spPr>
          <a:xfrm>
            <a:off x="4824476" y="1377188"/>
            <a:ext cx="404164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ახალი რესურსი შეიქმნა, Location Header</a:t>
            </a:r>
            <a:endParaRPr lang="en-US" sz="850" dirty="0"/>
          </a:p>
        </p:txBody>
      </p:sp>
      <p:sp>
        <p:nvSpPr>
          <p:cNvPr id="98" name="Shape 27"/>
          <p:cNvSpPr/>
          <p:nvPr/>
        </p:nvSpPr>
        <p:spPr>
          <a:xfrm>
            <a:off x="398780" y="1788668"/>
            <a:ext cx="50292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99" name="Text 28"/>
          <p:cNvSpPr/>
          <p:nvPr/>
        </p:nvSpPr>
        <p:spPr>
          <a:xfrm>
            <a:off x="435356" y="1788668"/>
            <a:ext cx="42976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204</a:t>
            </a:r>
            <a:endParaRPr lang="en-US" sz="1100" dirty="0"/>
          </a:p>
        </p:txBody>
      </p:sp>
      <p:sp>
        <p:nvSpPr>
          <p:cNvPr id="100" name="Shape 29"/>
          <p:cNvSpPr/>
          <p:nvPr/>
        </p:nvSpPr>
        <p:spPr>
          <a:xfrm>
            <a:off x="901700" y="1788668"/>
            <a:ext cx="173736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01" name="Text 30"/>
          <p:cNvSpPr/>
          <p:nvPr/>
        </p:nvSpPr>
        <p:spPr>
          <a:xfrm>
            <a:off x="938276" y="1788668"/>
            <a:ext cx="166420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NoContent()</a:t>
            </a:r>
            <a:endParaRPr lang="en-US" sz="850" dirty="0"/>
          </a:p>
        </p:txBody>
      </p:sp>
      <p:sp>
        <p:nvSpPr>
          <p:cNvPr id="102" name="Shape 31"/>
          <p:cNvSpPr/>
          <p:nvPr/>
        </p:nvSpPr>
        <p:spPr>
          <a:xfrm>
            <a:off x="2639060" y="1788668"/>
            <a:ext cx="214884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03" name="Text 32"/>
          <p:cNvSpPr/>
          <p:nvPr/>
        </p:nvSpPr>
        <p:spPr>
          <a:xfrm>
            <a:off x="2675636" y="1788668"/>
            <a:ext cx="207568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NoContent()</a:t>
            </a:r>
            <a:endParaRPr lang="en-US" sz="850" dirty="0"/>
          </a:p>
        </p:txBody>
      </p:sp>
      <p:sp>
        <p:nvSpPr>
          <p:cNvPr id="104" name="Shape 33"/>
          <p:cNvSpPr/>
          <p:nvPr/>
        </p:nvSpPr>
        <p:spPr>
          <a:xfrm>
            <a:off x="4787900" y="1788668"/>
            <a:ext cx="411480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05" name="Text 34"/>
          <p:cNvSpPr/>
          <p:nvPr/>
        </p:nvSpPr>
        <p:spPr>
          <a:xfrm>
            <a:off x="4824476" y="1788668"/>
            <a:ext cx="404164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წარმატება, Body გარეშე (DELETE, PUT)</a:t>
            </a:r>
            <a:endParaRPr lang="en-US" sz="850" dirty="0"/>
          </a:p>
        </p:txBody>
      </p:sp>
      <p:sp>
        <p:nvSpPr>
          <p:cNvPr id="106" name="Shape 35"/>
          <p:cNvSpPr/>
          <p:nvPr/>
        </p:nvSpPr>
        <p:spPr>
          <a:xfrm>
            <a:off x="398780" y="2200148"/>
            <a:ext cx="50292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07" name="Text 36"/>
          <p:cNvSpPr/>
          <p:nvPr/>
        </p:nvSpPr>
        <p:spPr>
          <a:xfrm>
            <a:off x="435356" y="2200148"/>
            <a:ext cx="42976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85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400</a:t>
            </a:r>
            <a:endParaRPr lang="en-US" sz="1100" dirty="0"/>
          </a:p>
        </p:txBody>
      </p:sp>
      <p:sp>
        <p:nvSpPr>
          <p:cNvPr id="108" name="Shape 37"/>
          <p:cNvSpPr/>
          <p:nvPr/>
        </p:nvSpPr>
        <p:spPr>
          <a:xfrm>
            <a:off x="901700" y="2200148"/>
            <a:ext cx="173736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09" name="Text 38"/>
          <p:cNvSpPr/>
          <p:nvPr/>
        </p:nvSpPr>
        <p:spPr>
          <a:xfrm>
            <a:off x="938276" y="2200148"/>
            <a:ext cx="166420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BadRequest()</a:t>
            </a:r>
            <a:endParaRPr lang="en-US" sz="850" dirty="0"/>
          </a:p>
        </p:txBody>
      </p:sp>
      <p:sp>
        <p:nvSpPr>
          <p:cNvPr id="110" name="Shape 39"/>
          <p:cNvSpPr/>
          <p:nvPr/>
        </p:nvSpPr>
        <p:spPr>
          <a:xfrm>
            <a:off x="2639060" y="2200148"/>
            <a:ext cx="214884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1" name="Text 40"/>
          <p:cNvSpPr/>
          <p:nvPr/>
        </p:nvSpPr>
        <p:spPr>
          <a:xfrm>
            <a:off x="2675636" y="2200148"/>
            <a:ext cx="207568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BadRequest()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BadRequest(ModelState)</a:t>
            </a:r>
            <a:endParaRPr lang="en-US" sz="850" dirty="0"/>
          </a:p>
        </p:txBody>
      </p:sp>
      <p:sp>
        <p:nvSpPr>
          <p:cNvPr id="112" name="Shape 41"/>
          <p:cNvSpPr/>
          <p:nvPr/>
        </p:nvSpPr>
        <p:spPr>
          <a:xfrm>
            <a:off x="4787900" y="2200148"/>
            <a:ext cx="411480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3" name="Text 42"/>
          <p:cNvSpPr/>
          <p:nvPr/>
        </p:nvSpPr>
        <p:spPr>
          <a:xfrm>
            <a:off x="4824476" y="2200148"/>
            <a:ext cx="404164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კლიენტის შეცდომა, Validation Error</a:t>
            </a:r>
            <a:endParaRPr lang="en-US" sz="850" dirty="0"/>
          </a:p>
        </p:txBody>
      </p:sp>
      <p:sp>
        <p:nvSpPr>
          <p:cNvPr id="114" name="Shape 43"/>
          <p:cNvSpPr/>
          <p:nvPr/>
        </p:nvSpPr>
        <p:spPr>
          <a:xfrm>
            <a:off x="398780" y="2611628"/>
            <a:ext cx="50292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5" name="Text 44"/>
          <p:cNvSpPr/>
          <p:nvPr/>
        </p:nvSpPr>
        <p:spPr>
          <a:xfrm>
            <a:off x="435356" y="2611628"/>
            <a:ext cx="42976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233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401</a:t>
            </a:r>
            <a:endParaRPr lang="en-US" sz="1100" dirty="0"/>
          </a:p>
        </p:txBody>
      </p:sp>
      <p:sp>
        <p:nvSpPr>
          <p:cNvPr id="116" name="Shape 45"/>
          <p:cNvSpPr/>
          <p:nvPr/>
        </p:nvSpPr>
        <p:spPr>
          <a:xfrm>
            <a:off x="901700" y="2611628"/>
            <a:ext cx="173736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7" name="Text 46"/>
          <p:cNvSpPr/>
          <p:nvPr/>
        </p:nvSpPr>
        <p:spPr>
          <a:xfrm>
            <a:off x="938276" y="2611628"/>
            <a:ext cx="166420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Unauthorized()</a:t>
            </a:r>
            <a:endParaRPr lang="en-US" sz="850" dirty="0"/>
          </a:p>
        </p:txBody>
      </p:sp>
      <p:sp>
        <p:nvSpPr>
          <p:cNvPr id="118" name="Shape 47"/>
          <p:cNvSpPr/>
          <p:nvPr/>
        </p:nvSpPr>
        <p:spPr>
          <a:xfrm>
            <a:off x="2639060" y="2611628"/>
            <a:ext cx="214884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9" name="Text 48"/>
          <p:cNvSpPr/>
          <p:nvPr/>
        </p:nvSpPr>
        <p:spPr>
          <a:xfrm>
            <a:off x="2675636" y="2611628"/>
            <a:ext cx="207568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Unauthorized()</a:t>
            </a:r>
            <a:endParaRPr lang="en-US" sz="850" dirty="0"/>
          </a:p>
        </p:txBody>
      </p:sp>
      <p:sp>
        <p:nvSpPr>
          <p:cNvPr id="120" name="Shape 49"/>
          <p:cNvSpPr/>
          <p:nvPr/>
        </p:nvSpPr>
        <p:spPr>
          <a:xfrm>
            <a:off x="4787900" y="2611628"/>
            <a:ext cx="411480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1" name="Text 50"/>
          <p:cNvSpPr/>
          <p:nvPr/>
        </p:nvSpPr>
        <p:spPr>
          <a:xfrm>
            <a:off x="4824476" y="2611628"/>
            <a:ext cx="404164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ავთენტიფიკაცია საჭიროა</a:t>
            </a:r>
            <a:endParaRPr lang="en-US" sz="850" dirty="0"/>
          </a:p>
        </p:txBody>
      </p:sp>
      <p:sp>
        <p:nvSpPr>
          <p:cNvPr id="122" name="Shape 51"/>
          <p:cNvSpPr/>
          <p:nvPr/>
        </p:nvSpPr>
        <p:spPr>
          <a:xfrm>
            <a:off x="398780" y="3023108"/>
            <a:ext cx="50292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3" name="Text 52"/>
          <p:cNvSpPr/>
          <p:nvPr/>
        </p:nvSpPr>
        <p:spPr>
          <a:xfrm>
            <a:off x="435356" y="3023108"/>
            <a:ext cx="42976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233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403</a:t>
            </a:r>
            <a:endParaRPr lang="en-US" sz="1100" dirty="0"/>
          </a:p>
        </p:txBody>
      </p:sp>
      <p:sp>
        <p:nvSpPr>
          <p:cNvPr id="124" name="Shape 53"/>
          <p:cNvSpPr/>
          <p:nvPr/>
        </p:nvSpPr>
        <p:spPr>
          <a:xfrm>
            <a:off x="901700" y="3023108"/>
            <a:ext cx="173736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5" name="Text 54"/>
          <p:cNvSpPr/>
          <p:nvPr/>
        </p:nvSpPr>
        <p:spPr>
          <a:xfrm>
            <a:off x="938276" y="3023108"/>
            <a:ext cx="166420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Forbid()</a:t>
            </a:r>
            <a:endParaRPr lang="en-US" sz="850" dirty="0"/>
          </a:p>
        </p:txBody>
      </p:sp>
      <p:sp>
        <p:nvSpPr>
          <p:cNvPr id="126" name="Shape 55"/>
          <p:cNvSpPr/>
          <p:nvPr/>
        </p:nvSpPr>
        <p:spPr>
          <a:xfrm>
            <a:off x="2639060" y="3023108"/>
            <a:ext cx="214884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7" name="Text 56"/>
          <p:cNvSpPr/>
          <p:nvPr/>
        </p:nvSpPr>
        <p:spPr>
          <a:xfrm>
            <a:off x="2675636" y="3023108"/>
            <a:ext cx="207568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Forbid()</a:t>
            </a:r>
            <a:endParaRPr lang="en-US" sz="850" dirty="0"/>
          </a:p>
        </p:txBody>
      </p:sp>
      <p:sp>
        <p:nvSpPr>
          <p:cNvPr id="128" name="Shape 57"/>
          <p:cNvSpPr/>
          <p:nvPr/>
        </p:nvSpPr>
        <p:spPr>
          <a:xfrm>
            <a:off x="4787900" y="3023108"/>
            <a:ext cx="411480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9" name="Text 58"/>
          <p:cNvSpPr/>
          <p:nvPr/>
        </p:nvSpPr>
        <p:spPr>
          <a:xfrm>
            <a:off x="4824476" y="3023108"/>
            <a:ext cx="404164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წვდომა აკრძალულია</a:t>
            </a:r>
            <a:endParaRPr lang="en-US" sz="850" dirty="0"/>
          </a:p>
        </p:txBody>
      </p:sp>
      <p:sp>
        <p:nvSpPr>
          <p:cNvPr id="130" name="Shape 59"/>
          <p:cNvSpPr/>
          <p:nvPr/>
        </p:nvSpPr>
        <p:spPr>
          <a:xfrm>
            <a:off x="398780" y="3434588"/>
            <a:ext cx="50292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31" name="Text 60"/>
          <p:cNvSpPr/>
          <p:nvPr/>
        </p:nvSpPr>
        <p:spPr>
          <a:xfrm>
            <a:off x="435356" y="3434588"/>
            <a:ext cx="42976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233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404</a:t>
            </a:r>
            <a:endParaRPr lang="en-US" sz="1100" dirty="0"/>
          </a:p>
        </p:txBody>
      </p:sp>
      <p:sp>
        <p:nvSpPr>
          <p:cNvPr id="132" name="Shape 61"/>
          <p:cNvSpPr/>
          <p:nvPr/>
        </p:nvSpPr>
        <p:spPr>
          <a:xfrm>
            <a:off x="901700" y="3434588"/>
            <a:ext cx="173736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33" name="Text 62"/>
          <p:cNvSpPr/>
          <p:nvPr/>
        </p:nvSpPr>
        <p:spPr>
          <a:xfrm>
            <a:off x="938276" y="3434588"/>
            <a:ext cx="166420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NotFound()</a:t>
            </a:r>
            <a:endParaRPr lang="en-US" sz="850" dirty="0"/>
          </a:p>
        </p:txBody>
      </p:sp>
      <p:sp>
        <p:nvSpPr>
          <p:cNvPr id="134" name="Shape 63"/>
          <p:cNvSpPr/>
          <p:nvPr/>
        </p:nvSpPr>
        <p:spPr>
          <a:xfrm>
            <a:off x="2639060" y="3434588"/>
            <a:ext cx="214884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35" name="Text 64"/>
          <p:cNvSpPr/>
          <p:nvPr/>
        </p:nvSpPr>
        <p:spPr>
          <a:xfrm>
            <a:off x="2675636" y="3434588"/>
            <a:ext cx="207568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NotFound()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NotFound(value)</a:t>
            </a:r>
            <a:endParaRPr lang="en-US" sz="850" dirty="0"/>
          </a:p>
        </p:txBody>
      </p:sp>
      <p:sp>
        <p:nvSpPr>
          <p:cNvPr id="136" name="Shape 65"/>
          <p:cNvSpPr/>
          <p:nvPr/>
        </p:nvSpPr>
        <p:spPr>
          <a:xfrm>
            <a:off x="4787900" y="3434588"/>
            <a:ext cx="411480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37" name="Text 66"/>
          <p:cNvSpPr/>
          <p:nvPr/>
        </p:nvSpPr>
        <p:spPr>
          <a:xfrm>
            <a:off x="4824476" y="3434588"/>
            <a:ext cx="404164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რესურსი ვერ მოიძებნა</a:t>
            </a:r>
            <a:endParaRPr lang="en-US" sz="850" dirty="0"/>
          </a:p>
        </p:txBody>
      </p:sp>
      <p:sp>
        <p:nvSpPr>
          <p:cNvPr id="138" name="Shape 67"/>
          <p:cNvSpPr/>
          <p:nvPr/>
        </p:nvSpPr>
        <p:spPr>
          <a:xfrm>
            <a:off x="398780" y="3846068"/>
            <a:ext cx="50292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39" name="Text 68"/>
          <p:cNvSpPr/>
          <p:nvPr/>
        </p:nvSpPr>
        <p:spPr>
          <a:xfrm>
            <a:off x="435356" y="3846068"/>
            <a:ext cx="42976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85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409</a:t>
            </a:r>
            <a:endParaRPr lang="en-US" sz="1100" dirty="0"/>
          </a:p>
        </p:txBody>
      </p:sp>
      <p:sp>
        <p:nvSpPr>
          <p:cNvPr id="140" name="Shape 69"/>
          <p:cNvSpPr/>
          <p:nvPr/>
        </p:nvSpPr>
        <p:spPr>
          <a:xfrm>
            <a:off x="901700" y="3846068"/>
            <a:ext cx="173736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1" name="Text 70"/>
          <p:cNvSpPr/>
          <p:nvPr/>
        </p:nvSpPr>
        <p:spPr>
          <a:xfrm>
            <a:off x="938276" y="3846068"/>
            <a:ext cx="166420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Conflict()</a:t>
            </a:r>
            <a:endParaRPr lang="en-US" sz="850" dirty="0"/>
          </a:p>
        </p:txBody>
      </p:sp>
      <p:sp>
        <p:nvSpPr>
          <p:cNvPr id="142" name="Shape 71"/>
          <p:cNvSpPr/>
          <p:nvPr/>
        </p:nvSpPr>
        <p:spPr>
          <a:xfrm>
            <a:off x="2639060" y="3846068"/>
            <a:ext cx="214884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3" name="Text 72"/>
          <p:cNvSpPr/>
          <p:nvPr/>
        </p:nvSpPr>
        <p:spPr>
          <a:xfrm>
            <a:off x="2675636" y="3846068"/>
            <a:ext cx="207568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Conflict(value)</a:t>
            </a:r>
            <a:endParaRPr lang="en-US" sz="850" dirty="0"/>
          </a:p>
        </p:txBody>
      </p:sp>
      <p:sp>
        <p:nvSpPr>
          <p:cNvPr id="144" name="Shape 73"/>
          <p:cNvSpPr/>
          <p:nvPr/>
        </p:nvSpPr>
        <p:spPr>
          <a:xfrm>
            <a:off x="4787900" y="3846068"/>
            <a:ext cx="411480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5" name="Text 74"/>
          <p:cNvSpPr/>
          <p:nvPr/>
        </p:nvSpPr>
        <p:spPr>
          <a:xfrm>
            <a:off x="4824476" y="3846068"/>
            <a:ext cx="404164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კონფლიქტი (მაგ. dup key)</a:t>
            </a:r>
            <a:endParaRPr lang="en-US" sz="850" dirty="0"/>
          </a:p>
        </p:txBody>
      </p:sp>
      <p:sp>
        <p:nvSpPr>
          <p:cNvPr id="146" name="Shape 75"/>
          <p:cNvSpPr/>
          <p:nvPr/>
        </p:nvSpPr>
        <p:spPr>
          <a:xfrm>
            <a:off x="398780" y="4257548"/>
            <a:ext cx="50292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7" name="Text 76"/>
          <p:cNvSpPr/>
          <p:nvPr/>
        </p:nvSpPr>
        <p:spPr>
          <a:xfrm>
            <a:off x="435356" y="4257548"/>
            <a:ext cx="42976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85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422</a:t>
            </a:r>
            <a:endParaRPr lang="en-US" sz="1100" dirty="0"/>
          </a:p>
        </p:txBody>
      </p:sp>
      <p:sp>
        <p:nvSpPr>
          <p:cNvPr id="148" name="Shape 77"/>
          <p:cNvSpPr/>
          <p:nvPr/>
        </p:nvSpPr>
        <p:spPr>
          <a:xfrm>
            <a:off x="901700" y="4257548"/>
            <a:ext cx="173736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9" name="Text 78"/>
          <p:cNvSpPr/>
          <p:nvPr/>
        </p:nvSpPr>
        <p:spPr>
          <a:xfrm>
            <a:off x="938276" y="4257548"/>
            <a:ext cx="166420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UnprocessableEntity()</a:t>
            </a:r>
            <a:endParaRPr lang="en-US" sz="850" dirty="0"/>
          </a:p>
        </p:txBody>
      </p:sp>
      <p:sp>
        <p:nvSpPr>
          <p:cNvPr id="150" name="Shape 79"/>
          <p:cNvSpPr/>
          <p:nvPr/>
        </p:nvSpPr>
        <p:spPr>
          <a:xfrm>
            <a:off x="2639060" y="4257548"/>
            <a:ext cx="214884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51" name="Text 80"/>
          <p:cNvSpPr/>
          <p:nvPr/>
        </p:nvSpPr>
        <p:spPr>
          <a:xfrm>
            <a:off x="2675636" y="4257548"/>
            <a:ext cx="207568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UnprocessableEntity()</a:t>
            </a:r>
            <a:endParaRPr lang="en-US" sz="850" dirty="0"/>
          </a:p>
        </p:txBody>
      </p:sp>
      <p:sp>
        <p:nvSpPr>
          <p:cNvPr id="152" name="Shape 81"/>
          <p:cNvSpPr/>
          <p:nvPr/>
        </p:nvSpPr>
        <p:spPr>
          <a:xfrm>
            <a:off x="4787900" y="4257548"/>
            <a:ext cx="4114800" cy="393192"/>
          </a:xfrm>
          <a:prstGeom prst="rect">
            <a:avLst/>
          </a:prstGeom>
          <a:solidFill>
            <a:srgbClr val="1A2A3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53" name="Text 82"/>
          <p:cNvSpPr/>
          <p:nvPr/>
        </p:nvSpPr>
        <p:spPr>
          <a:xfrm>
            <a:off x="4824476" y="4257548"/>
            <a:ext cx="404164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წარუმატებელი</a:t>
            </a:r>
            <a:endParaRPr lang="en-US" sz="850" dirty="0"/>
          </a:p>
        </p:txBody>
      </p:sp>
      <p:sp>
        <p:nvSpPr>
          <p:cNvPr id="154" name="Shape 83"/>
          <p:cNvSpPr/>
          <p:nvPr/>
        </p:nvSpPr>
        <p:spPr>
          <a:xfrm>
            <a:off x="398780" y="4669028"/>
            <a:ext cx="50292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55" name="Text 84"/>
          <p:cNvSpPr/>
          <p:nvPr/>
        </p:nvSpPr>
        <p:spPr>
          <a:xfrm>
            <a:off x="435356" y="4669028"/>
            <a:ext cx="42976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233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1100" dirty="0"/>
          </a:p>
        </p:txBody>
      </p:sp>
      <p:sp>
        <p:nvSpPr>
          <p:cNvPr id="156" name="Shape 85"/>
          <p:cNvSpPr/>
          <p:nvPr/>
        </p:nvSpPr>
        <p:spPr>
          <a:xfrm>
            <a:off x="901700" y="4669028"/>
            <a:ext cx="173736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57" name="Text 86"/>
          <p:cNvSpPr/>
          <p:nvPr/>
        </p:nvSpPr>
        <p:spPr>
          <a:xfrm>
            <a:off x="938276" y="4669028"/>
            <a:ext cx="166420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StatusCode(500)</a:t>
            </a:r>
            <a:endParaRPr lang="en-US" sz="850" dirty="0"/>
          </a:p>
        </p:txBody>
      </p:sp>
      <p:sp>
        <p:nvSpPr>
          <p:cNvPr id="158" name="Shape 87"/>
          <p:cNvSpPr/>
          <p:nvPr/>
        </p:nvSpPr>
        <p:spPr>
          <a:xfrm>
            <a:off x="2639060" y="4669028"/>
            <a:ext cx="214884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59" name="Text 88"/>
          <p:cNvSpPr/>
          <p:nvPr/>
        </p:nvSpPr>
        <p:spPr>
          <a:xfrm>
            <a:off x="2675636" y="4669028"/>
            <a:ext cx="207568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StatusCode(code, value)</a:t>
            </a:r>
            <a:endParaRPr lang="en-US" sz="850" dirty="0"/>
          </a:p>
        </p:txBody>
      </p:sp>
      <p:sp>
        <p:nvSpPr>
          <p:cNvPr id="160" name="Shape 89"/>
          <p:cNvSpPr/>
          <p:nvPr/>
        </p:nvSpPr>
        <p:spPr>
          <a:xfrm>
            <a:off x="4787900" y="4669028"/>
            <a:ext cx="4114800" cy="393192"/>
          </a:xfrm>
          <a:prstGeom prst="rect">
            <a:avLst/>
          </a:prstGeom>
          <a:solidFill>
            <a:srgbClr val="0F1B2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61" name="Text 90"/>
          <p:cNvSpPr/>
          <p:nvPr/>
        </p:nvSpPr>
        <p:spPr>
          <a:xfrm>
            <a:off x="4824476" y="4669028"/>
            <a:ext cx="4041648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სერვერის შეცდომა</a:t>
            </a:r>
            <a:endParaRPr lang="en-US" sz="850" dirty="0"/>
          </a:p>
        </p:txBody>
      </p:sp>
      <p:sp>
        <p:nvSpPr>
          <p:cNvPr id="162" name="Text Box 161"/>
          <p:cNvSpPr txBox="1"/>
          <p:nvPr/>
        </p:nvSpPr>
        <p:spPr>
          <a:xfrm>
            <a:off x="539115" y="51435"/>
            <a:ext cx="63576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HTTP Status Code Results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Box 161"/>
          <p:cNvSpPr txBox="1"/>
          <p:nvPr/>
        </p:nvSpPr>
        <p:spPr>
          <a:xfrm>
            <a:off x="395605" y="195580"/>
            <a:ext cx="63576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Object Results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23215" y="843915"/>
            <a:ext cx="7752715" cy="33718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Object Results გამოიყენება მაშინ, როცა API მონაცემებს აბრუნებს Response Body-ში.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323215" y="1492250"/>
          <a:ext cx="7923530" cy="1710690"/>
        </p:xfrm>
        <a:graphic>
          <a:graphicData uri="http://schemas.openxmlformats.org/drawingml/2006/table">
            <a:tbl>
              <a:tblPr/>
              <a:tblGrid>
                <a:gridCol w="396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1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1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Result Type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აღწერა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algn="l"/>
                      <a:r>
                        <a:rPr lang="" altLang="en-US" sz="11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Ok(value)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" altLang="en-US" sz="11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აბრუნებს 200 OK და მონაცემს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r>
                        <a:rPr lang="" altLang="en-US" sz="11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Created(value)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" altLang="en-US" sz="11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აბრუნებს 201 Created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r>
                        <a:rPr lang="" altLang="en-US" sz="11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CreatedAtAction()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" altLang="en-US" sz="11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ქმნის რესურსს და აბრუნებს Location Header-ს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r>
                        <a:rPr lang="" altLang="en-US" sz="11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BadRequest(value)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" altLang="en-US" sz="11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აბრუნებს შეცდომის მონაცემს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r>
                        <a:rPr lang="" altLang="en-US" sz="11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NotFound(value)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" altLang="en-US" sz="11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აბრუნებს 404 და შეტყობინებას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6147435" y="4070350"/>
            <a:ext cx="512445" cy="1270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15" y="3364230"/>
            <a:ext cx="5989955" cy="162687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923665" y="411480"/>
            <a:ext cx="5136515" cy="513715"/>
          </a:xfrm>
          <a:prstGeom prst="rect">
            <a:avLst/>
          </a:prstGeom>
          <a:solidFill>
            <a:srgbClr val="001198"/>
          </a:solidFill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Object Results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გამოიყენება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მონაცემების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JSON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ფორმატში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დასაბრუნებლად</a:t>
            </a:r>
            <a:r>
              <a:rPr lang="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!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731635" y="3651885"/>
            <a:ext cx="2366010" cy="93154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lstStyle/>
          <a:p>
            <a:pPr marL="228600" indent="-228600" algn="l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zh-CN" sz="1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ქმნის ახალ რესურსს </a:t>
            </a:r>
          </a:p>
          <a:p>
            <a:pPr marL="228600" indent="-228600" algn="l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zh-CN" sz="1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აბრუნებს 201 Created </a:t>
            </a:r>
          </a:p>
          <a:p>
            <a:pPr marL="228600" indent="-228600" algn="l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zh-CN" sz="1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აგზავნის Location Header-ს </a:t>
            </a:r>
          </a:p>
          <a:p>
            <a:pPr marL="228600" indent="-228600" algn="l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zh-CN" sz="1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მიუთითებს ახალი რესურსის URL-ს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Box 161"/>
          <p:cNvSpPr txBox="1"/>
          <p:nvPr/>
        </p:nvSpPr>
        <p:spPr>
          <a:xfrm>
            <a:off x="395605" y="195580"/>
            <a:ext cx="63576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File &amp; Redirect Results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130300" y="843280"/>
            <a:ext cx="6888480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File Results და Redirect Results გამოიყენება ფაილების გასაგზავნად და მომხმარებლის სხვა მისამართზე გადასამისამართებლად.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1188085" y="2355215"/>
          <a:ext cx="6772910" cy="1863090"/>
        </p:xfrm>
        <a:graphic>
          <a:graphicData uri="http://schemas.openxmlformats.org/drawingml/2006/table">
            <a:tbl>
              <a:tblPr/>
              <a:tblGrid>
                <a:gridCol w="3386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5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Calibri" panose="020F0502020204030204" charset="0"/>
                          <a:cs typeface="Calibri" panose="020F0502020204030204" charset="0"/>
                        </a:rPr>
                        <a:t>Result Type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Calibri" panose="020F0502020204030204" charset="0"/>
                          <a:cs typeface="Calibri" panose="020F0502020204030204" charset="0"/>
                        </a:rPr>
                        <a:t>აღწერა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r>
                        <a:rPr lang="" altLang="en-US" sz="11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FileResult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აბრუნებს ფაილს Response-ში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r>
                        <a:rPr lang="" altLang="en-US" sz="11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PhysicalFile()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აბრუნებს ფაილს ფიზიკური მისამართიდან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r>
                        <a:rPr lang="" altLang="en-US" sz="11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VirtualFile()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აბრუნებს ფაილს virtual path-იდან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r>
                        <a:rPr lang="" altLang="en-US" sz="11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Result Type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აღწერა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r>
                        <a:rPr lang="" altLang="en-US" sz="11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FileResult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აბრუნებს ფაილს Response-ში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3275965" y="1563370"/>
            <a:ext cx="5136515" cy="513715"/>
          </a:xfrm>
          <a:prstGeom prst="rect">
            <a:avLst/>
          </a:prstGeom>
          <a:solidFill>
            <a:srgbClr val="001198"/>
          </a:solidFill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File Results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გამოიყენება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ფაილების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დასაბრუნებლად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ხოლო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Redirect Results —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სხვა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მისამართზე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გადასასვლელად</a:t>
            </a:r>
            <a:r>
              <a:rPr lang="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95605" y="195580"/>
            <a:ext cx="63576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ContentResult &amp; JsonResult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51790" y="843280"/>
            <a:ext cx="7666990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ContentResult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და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JsonResult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გამოიყენება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ტექსტური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და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JSON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ფორმატის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მონაცემების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დასაბრუნებლად</a:t>
            </a:r>
            <a:r>
              <a:rPr lang="en-US" altLang="en-US" sz="160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12140" y="1563370"/>
            <a:ext cx="210185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1600" b="1">
                <a:solidFill>
                  <a:schemeClr val="tx1">
                    <a:lumMod val="50000"/>
                  </a:schemeClr>
                </a:solidFill>
              </a:rPr>
              <a:t>ContentResult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424805" y="1563370"/>
            <a:ext cx="268414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>
                <a:solidFill>
                  <a:schemeClr val="tx1">
                    <a:lumMod val="50000"/>
                  </a:schemeClr>
                </a:solidFill>
              </a:rPr>
              <a:t>JsonResult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52095" y="1900555"/>
            <a:ext cx="3328035" cy="132207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აბრუნებს ტექსტურ მონაცემს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შესაძლებელია Content-Type-ის განსაზღვრა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გამოიყენება plain text ან HTML პასუხებისთვის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20335" y="1995170"/>
            <a:ext cx="3326130" cy="155511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აბრუნებს JSON მონაცემებს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ავტომატურად სერიალიზებს ობიექტს JSON ფორმატში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ხშირად გამოიყენება API-ებში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91865" y="3651885"/>
            <a:ext cx="5136515" cy="513715"/>
          </a:xfrm>
          <a:prstGeom prst="rect">
            <a:avLst/>
          </a:prstGeom>
          <a:solidFill>
            <a:srgbClr val="001198"/>
          </a:solidFill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ContentResult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გამოიყენება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ტექსტისთვის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ხოლო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JsonResult — JSON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მონაცემებისთვის</a:t>
            </a:r>
            <a:r>
              <a:rPr lang="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395605" y="339090"/>
            <a:ext cx="63576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Minimal API — IResult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253365" y="1275080"/>
            <a:ext cx="7548245" cy="33718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IResult გამოიყენება Minimal API-ში HTTP Response-ის დასაბრუნებლად.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95605" y="1851343"/>
            <a:ext cx="5080000" cy="17424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25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რა არის Minimal API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ASP.NET Core-ის თანამედროვე მიდგომა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ნაკლები კოდი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Controller-ის გარეშე API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მარტივი Endpoint-ები </a:t>
            </a:r>
          </a:p>
        </p:txBody>
      </p:sp>
      <p:graphicFrame>
        <p:nvGraphicFramePr>
          <p:cNvPr id="9" name="Table 8"/>
          <p:cNvGraphicFramePr/>
          <p:nvPr>
            <p:custDataLst>
              <p:tags r:id="rId1"/>
            </p:custDataLst>
          </p:nvPr>
        </p:nvGraphicFramePr>
        <p:xfrm>
          <a:off x="4716145" y="2108200"/>
          <a:ext cx="4283710" cy="1228725"/>
        </p:xfrm>
        <a:graphic>
          <a:graphicData uri="http://schemas.openxmlformats.org/drawingml/2006/table">
            <a:tbl>
              <a:tblPr/>
              <a:tblGrid>
                <a:gridCol w="214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1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8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IActionResult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IResult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გამოიყენება Controller-ში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გამოიყენება Minimal API-ში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MVC Pattern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Minimal API Pattern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მეტი სტრუქტურა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latin typeface="Calibri" panose="020F0502020204030204" charset="0"/>
                          <a:cs typeface="Calibri" panose="020F0502020204030204" charset="0"/>
                        </a:rPr>
                        <a:t>ნაკლები კოდი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3563620" y="4083685"/>
            <a:ext cx="5136515" cy="433705"/>
          </a:xfrm>
          <a:prstGeom prst="rect">
            <a:avLst/>
          </a:prstGeom>
          <a:solidFill>
            <a:srgbClr val="001198"/>
          </a:solidFill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IResult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წარმოადგენს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Minimal API-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ის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Response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სისტემას</a:t>
            </a:r>
            <a:r>
              <a:rPr lang="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95605" y="195580"/>
            <a:ext cx="63576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Best Practices</a:t>
            </a:r>
          </a:p>
        </p:txBody>
      </p:sp>
      <p:sp>
        <p:nvSpPr>
          <p:cNvPr id="3" name="Text Box 0"/>
          <p:cNvSpPr txBox="1"/>
          <p:nvPr/>
        </p:nvSpPr>
        <p:spPr>
          <a:xfrm>
            <a:off x="323850" y="987425"/>
            <a:ext cx="5080000" cy="3340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16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1. გამოიყენე სწორი HTTP Status Code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200 → წარმატება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404 → რესურსი ვერ მოიძებნა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400 → არასწორი Request</a:t>
            </a:r>
            <a:r>
              <a:rPr lang="en-US" altLang="zh-CN" sz="1600">
                <a:latin typeface="Calibri" panose="020F0502020204030204" charset="0"/>
                <a:cs typeface="Calibri" panose="020F0502020204030204" charset="0"/>
              </a:rPr>
              <a:t> </a:t>
            </a:r>
          </a:p>
          <a:p>
            <a:pPr>
              <a:spcAft>
                <a:spcPct val="60000"/>
              </a:spcAft>
            </a:pPr>
            <a:r>
              <a:rPr lang="en-US" altLang="zh-CN" sz="16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2. გამოიყენე ActionResult&lt;T&gt;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Strongly Typed Response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უფრო სუფთა კოდი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უკეთესი Swagger Documentation </a:t>
            </a:r>
          </a:p>
          <a:p>
            <a:pPr>
              <a:spcAft>
                <a:spcPct val="60000"/>
              </a:spcAft>
            </a:pPr>
            <a:r>
              <a:rPr lang="en-US" altLang="zh-CN" sz="16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3. დააბრუნე JSON მონაცემები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REST API-ის სტანდარტი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მარტივი ინტეგრაცია Frontend-თან</a:t>
            </a:r>
            <a:r>
              <a:rPr lang="en-US" altLang="zh-CN" sz="1600">
                <a:latin typeface="Calibri" panose="020F0502020204030204" charset="0"/>
                <a:cs typeface="Calibri" panose="020F0502020204030204" charset="0"/>
              </a:rPr>
              <a:t> 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4139565" y="987425"/>
            <a:ext cx="5080000" cy="334073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zh-CN" sz="16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4. გამოიყენე Validation</a:t>
            </a:r>
          </a:p>
          <a:p>
            <a:r>
              <a:rPr lang="en-US" altLang="zh-CN" sz="16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if (!ModelState.IsValid)</a:t>
            </a:r>
          </a:p>
          <a:p>
            <a:r>
              <a:rPr lang="en-US" altLang="zh-CN" sz="16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   returnBadRequest(ModelState);</a:t>
            </a:r>
          </a:p>
          <a:p>
            <a:pPr>
              <a:spcAft>
                <a:spcPct val="60000"/>
              </a:spcAft>
            </a:pPr>
            <a:endParaRPr lang="en-US" altLang="zh-CN" sz="1600" b="1">
              <a:latin typeface="Calibri" panose="020F0502020204030204" charset="0"/>
              <a:cs typeface="Calibri" panose="020F0502020204030204" charset="0"/>
            </a:endParaRPr>
          </a:p>
          <a:p>
            <a:pPr>
              <a:spcAft>
                <a:spcPct val="60000"/>
              </a:spcAft>
            </a:pPr>
            <a:r>
              <a:rPr lang="en-US" altLang="zh-CN" sz="16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5. გამოიყენე CreatedAtAction()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POST Request-ისთვის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აბრუნებს Resource Location-ს </a:t>
            </a:r>
          </a:p>
          <a:p>
            <a:pPr>
              <a:spcAft>
                <a:spcPct val="60000"/>
              </a:spcAft>
            </a:pPr>
            <a:r>
              <a:rPr lang="en-US" altLang="zh-CN" sz="16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6. დაამუშავე შეცდომები სწორად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გამოიყენე try-catch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Calibri" panose="020F0502020204030204" charset="0"/>
                <a:cs typeface="Calibri" panose="020F0502020204030204" charset="0"/>
              </a:rPr>
              <a:t> დააბრუნე შესაბამისი Error Response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3348355" y="4474210"/>
            <a:ext cx="5639435" cy="535940"/>
          </a:xfrm>
          <a:prstGeom prst="rect">
            <a:avLst/>
          </a:prstGeom>
          <a:solidFill>
            <a:srgbClr val="001198"/>
          </a:solidFill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სწორი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Action Results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აუმჯობესებს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API-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ის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ხარისხს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უსაფრთხოებას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და</a:t>
            </a:r>
            <a:r>
              <a:rPr lang="en-US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გამოყენებადობას</a:t>
            </a:r>
            <a:r>
              <a:rPr lang="" b="1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A90A8E-69BD-1035-4337-16DEB8960DAD}"/>
              </a:ext>
            </a:extLst>
          </p:cNvPr>
          <p:cNvSpPr txBox="1"/>
          <p:nvPr/>
        </p:nvSpPr>
        <p:spPr>
          <a:xfrm>
            <a:off x="0" y="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1800" b="1" noProof="0" dirty="0">
                <a:solidFill>
                  <a:schemeClr val="tx1"/>
                </a:solidFill>
              </a:rPr>
              <a:t>Web API Action 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4D907-8972-D967-6D62-E4EBB3D20E30}"/>
              </a:ext>
            </a:extLst>
          </p:cNvPr>
          <p:cNvSpPr txBox="1"/>
          <p:nvPr/>
        </p:nvSpPr>
        <p:spPr>
          <a:xfrm>
            <a:off x="135674" y="307777"/>
            <a:ext cx="4583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noProof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ASP.NET Core Web API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9DEB21-9239-1175-6BFA-91725F6648E6}"/>
              </a:ext>
            </a:extLst>
          </p:cNvPr>
          <p:cNvSpPr txBox="1"/>
          <p:nvPr/>
        </p:nvSpPr>
        <p:spPr>
          <a:xfrm>
            <a:off x="135674" y="755868"/>
            <a:ext cx="3038706" cy="181588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public class User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public int Id { get; set; }</a:t>
            </a:r>
          </a:p>
          <a:p>
            <a:endParaRPr lang="ka-GE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public string Name { get; set; }</a:t>
            </a:r>
          </a:p>
          <a:p>
            <a:endParaRPr lang="ka-GE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public int Age { get; set; }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753859-4BDF-E665-0D65-4493AFE2325A}"/>
              </a:ext>
            </a:extLst>
          </p:cNvPr>
          <p:cNvSpPr txBox="1"/>
          <p:nvPr/>
        </p:nvSpPr>
        <p:spPr>
          <a:xfrm>
            <a:off x="1655027" y="2571750"/>
            <a:ext cx="4598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noProof="0" dirty="0">
                <a:solidFill>
                  <a:schemeClr val="tx1">
                    <a:lumMod val="90000"/>
                  </a:schemeClr>
                </a:solidFill>
              </a:rPr>
              <a:t>Models/User.cs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A6D779-4576-EAC3-EAD7-B3C16AA2D108}"/>
              </a:ext>
            </a:extLst>
          </p:cNvPr>
          <p:cNvSpPr txBox="1"/>
          <p:nvPr/>
        </p:nvSpPr>
        <p:spPr>
          <a:xfrm>
            <a:off x="3954036" y="461665"/>
            <a:ext cx="4367561" cy="375487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using Microsoft.AspNetCore.Mvc;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using WebApplication2.Models;</a:t>
            </a:r>
          </a:p>
          <a:p>
            <a:endParaRPr lang="ka-GE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namespace WebApplication2.Controllers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[ApiController]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[Route("api/users")]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public class UsersController: ControllerBase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{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private static List&lt;User&gt; users = new();</a:t>
            </a:r>
          </a:p>
          <a:p>
            <a:endParaRPr lang="ka-GE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// GET ALL USERS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[HttpGet]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public ActionResult&lt;List&lt;User&gt;&gt; GetUsers()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{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return Ok(users);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403121-2DE5-F120-F5AF-3296FADBB517}"/>
              </a:ext>
            </a:extLst>
          </p:cNvPr>
          <p:cNvSpPr txBox="1"/>
          <p:nvPr/>
        </p:nvSpPr>
        <p:spPr>
          <a:xfrm>
            <a:off x="4209586" y="4370427"/>
            <a:ext cx="4598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noProof="0" dirty="0">
                <a:solidFill>
                  <a:schemeClr val="tx1">
                    <a:lumMod val="90000"/>
                  </a:schemeClr>
                </a:solidFill>
              </a:rPr>
              <a:t>Controllers/UsersController.cs (</a:t>
            </a:r>
            <a:r>
              <a:rPr lang="en-US" noProof="0" dirty="0">
                <a:solidFill>
                  <a:schemeClr val="tx1">
                    <a:lumMod val="90000"/>
                  </a:schemeClr>
                </a:solidFill>
              </a:rPr>
              <a:t>I)</a:t>
            </a:r>
            <a:endParaRPr lang="ka-GE" noProof="0" dirty="0">
              <a:solidFill>
                <a:schemeClr val="tx1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050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D6BC96-57F7-1C4A-5C9B-6925AAC7F16A}"/>
              </a:ext>
            </a:extLst>
          </p:cNvPr>
          <p:cNvSpPr txBox="1"/>
          <p:nvPr/>
        </p:nvSpPr>
        <p:spPr>
          <a:xfrm>
            <a:off x="130097" y="385747"/>
            <a:ext cx="1921726" cy="375487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// GET USER BY ID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[HttpGet("{id}")]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public ActionResult&lt;User&gt; GetUser(int id)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{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var user = users.FirstOrDefault(x =&gt; x.Id == id);</a:t>
            </a:r>
          </a:p>
          <a:p>
            <a:endParaRPr lang="ka-GE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if (user == null)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return NotFound();</a:t>
            </a:r>
          </a:p>
          <a:p>
            <a:endParaRPr lang="ka-GE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return Ok(user);</a:t>
            </a:r>
          </a:p>
          <a:p>
            <a:r>
              <a:rPr lang="ka-GE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1F191-09D4-60D5-239A-C4C64319C5DD}"/>
              </a:ext>
            </a:extLst>
          </p:cNvPr>
          <p:cNvSpPr txBox="1"/>
          <p:nvPr/>
        </p:nvSpPr>
        <p:spPr>
          <a:xfrm>
            <a:off x="2447692" y="95964"/>
            <a:ext cx="3267308" cy="483209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// CREATE USER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[HttpPost]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public IActionResult CreateUser(User user)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{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if (string.IsNullOrWhiteSpace(user.Name))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{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return BadRequest("Name is required");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}</a:t>
            </a:r>
          </a:p>
          <a:p>
            <a:endParaRPr lang="ka-GE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users.Add(user);</a:t>
            </a:r>
          </a:p>
          <a:p>
            <a:endParaRPr lang="ka-GE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return CreatedAtAction(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nameof(GetUser),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new { id = user.Id },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user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);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}</a:t>
            </a:r>
          </a:p>
          <a:p>
            <a:endParaRPr lang="ka-GE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826A06-C821-7BA7-5D0F-3D622C95C4AC}"/>
              </a:ext>
            </a:extLst>
          </p:cNvPr>
          <p:cNvSpPr txBox="1"/>
          <p:nvPr/>
        </p:nvSpPr>
        <p:spPr>
          <a:xfrm>
            <a:off x="6110869" y="385747"/>
            <a:ext cx="2750633" cy="39703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// DELETE USER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[HttpDelete("{id}")]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public IActionResult DeleteUser(int id)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{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var user = users.FirstOrDefault(x =&gt; x.Id == id);</a:t>
            </a:r>
          </a:p>
          <a:p>
            <a:endParaRPr lang="ka-GE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if (user == null)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return NotFound();</a:t>
            </a:r>
          </a:p>
          <a:p>
            <a:endParaRPr lang="ka-GE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users.Remove(user);</a:t>
            </a:r>
          </a:p>
          <a:p>
            <a:endParaRPr lang="ka-GE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return NoContent();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}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}</a:t>
            </a:r>
          </a:p>
          <a:p>
            <a:r>
              <a:rPr lang="ka-G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66FD05-AE0E-8ECF-3652-8CABCD7E4051}"/>
              </a:ext>
            </a:extLst>
          </p:cNvPr>
          <p:cNvSpPr txBox="1"/>
          <p:nvPr/>
        </p:nvSpPr>
        <p:spPr>
          <a:xfrm>
            <a:off x="336396" y="4247653"/>
            <a:ext cx="6300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noProof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(</a:t>
            </a:r>
            <a:r>
              <a:rPr lang="en-US" noProof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II)</a:t>
            </a:r>
            <a:endParaRPr lang="ka-GE" noProof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1A087-96CB-D6BE-9BE2-CC5193C47036}"/>
              </a:ext>
            </a:extLst>
          </p:cNvPr>
          <p:cNvSpPr txBox="1"/>
          <p:nvPr/>
        </p:nvSpPr>
        <p:spPr>
          <a:xfrm>
            <a:off x="6543908" y="4466390"/>
            <a:ext cx="496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noProof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(</a:t>
            </a:r>
            <a:r>
              <a:rPr lang="en-US" noProof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IV)</a:t>
            </a:r>
            <a:endParaRPr lang="ka-GE" noProof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685BF0-E8D7-F276-62DB-05C9C99745FB}"/>
              </a:ext>
            </a:extLst>
          </p:cNvPr>
          <p:cNvSpPr txBox="1"/>
          <p:nvPr/>
        </p:nvSpPr>
        <p:spPr>
          <a:xfrm>
            <a:off x="2447692" y="4620279"/>
            <a:ext cx="496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noProof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(</a:t>
            </a:r>
            <a:r>
              <a:rPr lang="en-US" noProof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III)</a:t>
            </a:r>
            <a:endParaRPr lang="ka-GE" noProof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070734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1692275" y="1635760"/>
            <a:ext cx="635762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" altLang="en-US" sz="45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მადლობა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" altLang="en-US" sz="45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     ყურადღებისთვის!</a:t>
            </a:r>
          </a:p>
        </p:txBody>
      </p:sp>
    </p:spTree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19550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TEMPLATE_CATEGORY" val="diagram"/>
  <p:tag name="KSO_WM_UNIT_LAYERLEVEL" val="1_1_1"/>
  <p:tag name="KSO_WM_TAG_VERSION" val="3.0"/>
  <p:tag name="KSO_WM_BEAUTIFY_FLAG" val="#wm#"/>
  <p:tag name="KSO_WM_UNIT_ID" val="diagram20231716_3*l_h_a*1_1_1"/>
  <p:tag name="KSO_WM_TEMPLATE_INDEX" val="20231716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32.81307086614183,&quot;left&quot;:36.7768503937008,&quot;top&quot;:142.7931496062992,&quot;width&quot;:453.3731496062992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TEMPLATE_CATEGORY" val="diagram"/>
  <p:tag name="KSO_WM_UNIT_LAYERLEVEL" val="1_1_1"/>
  <p:tag name="KSO_WM_TAG_VERSION" val="3.0"/>
  <p:tag name="KSO_WM_UNIT_ID" val="diagram20231716_3*l_h_f*1_1_1"/>
  <p:tag name="KSO_WM_TEMPLATE_INDEX" val="20231716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32.81307086614183,&quot;left&quot;:36.7768503937008,&quot;top&quot;:142.7931496062992,&quot;width&quot;:453.373149606299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TEMPLATE_CATEGORY" val="diagram"/>
  <p:tag name="KSO_WM_UNIT_LAYERLEVEL" val="1_1_1"/>
  <p:tag name="KSO_WM_TAG_VERSION" val="3.0"/>
  <p:tag name="KSO_WM_BEAUTIFY_FLAG" val="#wm#"/>
  <p:tag name="KSO_WM_UNIT_ID" val="diagram20231716_3*l_h_a*1_2_1"/>
  <p:tag name="KSO_WM_TEMPLATE_INDEX" val="20231716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32.81307086614183,&quot;left&quot;:36.7768503937008,&quot;top&quot;:142.7931496062992,&quot;width&quot;:453.3731496062992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TEMPLATE_CATEGORY" val="diagram"/>
  <p:tag name="KSO_WM_UNIT_LAYERLEVEL" val="1_1_1"/>
  <p:tag name="KSO_WM_TAG_VERSION" val="3.0"/>
  <p:tag name="KSO_WM_UNIT_ID" val="diagram20231716_3*l_h_f*1_2_1"/>
  <p:tag name="KSO_WM_TEMPLATE_INDEX" val="20231716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32.81307086614183,&quot;left&quot;:36.7768503937008,&quot;top&quot;:142.7931496062992,&quot;width&quot;:453.373149606299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TEMPLATE_CATEGORY" val="diagram"/>
  <p:tag name="KSO_WM_UNIT_LAYERLEVEL" val="1_1_1"/>
  <p:tag name="KSO_WM_TAG_VERSION" val="3.0"/>
  <p:tag name="KSO_WM_BEAUTIFY_FLAG" val="#wm#"/>
  <p:tag name="KSO_WM_UNIT_ID" val="diagram20231716_3*l_h_a*1_3_1"/>
  <p:tag name="KSO_WM_TEMPLATE_INDEX" val="20231716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32.81307086614183,&quot;left&quot;:36.7768503937008,&quot;top&quot;:142.7931496062992,&quot;width&quot;:453.3731496062992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TEMPLATE_CATEGORY" val="diagram"/>
  <p:tag name="KSO_WM_UNIT_LAYERLEVEL" val="1_1_1"/>
  <p:tag name="KSO_WM_TAG_VERSION" val="3.0"/>
  <p:tag name="KSO_WM_UNIT_ID" val="diagram20231716_3*l_h_f*1_3_1"/>
  <p:tag name="KSO_WM_TEMPLATE_INDEX" val="20231716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32.81307086614183,&quot;left&quot;:36.7768503937008,&quot;top&quot;:142.7931496062992,&quot;width&quot;:453.373149606299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TEMPLATE_CATEGORY" val="diagram"/>
  <p:tag name="KSO_WM_UNIT_LAYERLEVEL" val="1_1_1"/>
  <p:tag name="KSO_WM_TAG_VERSION" val="3.0"/>
  <p:tag name="KSO_WM_BEAUTIFY_FLAG" val="#wm#"/>
  <p:tag name="KSO_WM_UNIT_ID" val="diagram20231716_3*l_h_a*1_4_1"/>
  <p:tag name="KSO_WM_TEMPLATE_INDEX" val="20231716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32.81307086614183,&quot;left&quot;:36.7768503937008,&quot;top&quot;:142.7931496062992,&quot;width&quot;:453.3731496062992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TEMPLATE_CATEGORY" val="diagram"/>
  <p:tag name="KSO_WM_UNIT_LAYERLEVEL" val="1_1_1"/>
  <p:tag name="KSO_WM_TAG_VERSION" val="3.0"/>
  <p:tag name="KSO_WM_UNIT_ID" val="diagram20231716_3*l_h_f*1_4_1"/>
  <p:tag name="KSO_WM_TEMPLATE_INDEX" val="20231716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32.81307086614183,&quot;left&quot;:36.7768503937008,&quot;top&quot;:142.7931496062992,&quot;width&quot;:453.373149606299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61*145"/>
  <p:tag name="TABLE_ENDDRAG_RECT" val="54*239*261*14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3*134"/>
  <p:tag name="TABLE_ENDDRAG_RECT" val="25*151*623*13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33*146"/>
  <p:tag name="TABLE_ENDDRAG_RECT" val="116*117*533*14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7*93"/>
  <p:tag name="TABLE_ENDDRAG_RECT" val="332*176*337*93"/>
</p:tagLst>
</file>

<file path=ppt/theme/theme1.xml><?xml version="1.0" encoding="utf-8"?>
<a:theme xmlns:a="http://schemas.openxmlformats.org/drawingml/2006/main" name="Software Development Bussines Plan by Slidesgo">
  <a:themeElements>
    <a:clrScheme name="Simple Light">
      <a:dk1>
        <a:srgbClr val="CEF3F5"/>
      </a:dk1>
      <a:lt1>
        <a:srgbClr val="FFFFFF"/>
      </a:lt1>
      <a:dk2>
        <a:srgbClr val="0A1D42"/>
      </a:dk2>
      <a:lt2>
        <a:srgbClr val="29272C"/>
      </a:lt2>
      <a:accent1>
        <a:srgbClr val="C8AEF8"/>
      </a:accent1>
      <a:accent2>
        <a:srgbClr val="878FFF"/>
      </a:accent2>
      <a:accent3>
        <a:srgbClr val="9154F8"/>
      </a:accent3>
      <a:accent4>
        <a:srgbClr val="35C2DF"/>
      </a:accent4>
      <a:accent5>
        <a:srgbClr val="CA7BEB"/>
      </a:accent5>
      <a:accent6>
        <a:srgbClr val="972CB4"/>
      </a:accent6>
      <a:hlink>
        <a:srgbClr val="CEF3F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1246</Words>
  <Application>Microsoft Office PowerPoint</Application>
  <PresentationFormat>On-screen Show (16:9)</PresentationFormat>
  <Paragraphs>305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Calibri</vt:lpstr>
      <vt:lpstr>Wingdings</vt:lpstr>
      <vt:lpstr>Roboto</vt:lpstr>
      <vt:lpstr>Arial</vt:lpstr>
      <vt:lpstr>Livvic</vt:lpstr>
      <vt:lpstr>Raleway</vt:lpstr>
      <vt:lpstr>Consolas</vt:lpstr>
      <vt:lpstr>Oswald</vt:lpstr>
      <vt:lpstr>Roboto Condensed Light</vt:lpstr>
      <vt:lpstr>Software Development Bussines Plan by Slidesgo</vt:lpstr>
      <vt:lpstr>PowerPoint Presentation</vt:lpstr>
      <vt:lpstr>რა არის Web API?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sapovnela lla</cp:lastModifiedBy>
  <cp:revision>8</cp:revision>
  <dcterms:created xsi:type="dcterms:W3CDTF">2026-05-11T22:09:21Z</dcterms:created>
  <dcterms:modified xsi:type="dcterms:W3CDTF">2026-05-13T15:11:31Z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304B5EBFF0834D50B4E4013DA7BD01B4_13</vt:lpwstr>
  </property>
  <property fmtid="{D5CDD505-2E9C-101B-9397-08002B2CF9AE}" pid="3" name="KSOProductBuildVer">
    <vt:lpwstr>1033-12.2.0.23196</vt:lpwstr>
  </property>
</Properties>
</file>